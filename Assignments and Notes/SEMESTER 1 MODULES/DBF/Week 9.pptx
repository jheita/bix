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9" r:id="rId1"/>
  </p:sldMasterIdLst>
  <p:notesMasterIdLst>
    <p:notesMasterId r:id="rId33"/>
  </p:notesMasterIdLst>
  <p:sldIdLst>
    <p:sldId id="309" r:id="rId2"/>
    <p:sldId id="382" r:id="rId3"/>
    <p:sldId id="386" r:id="rId4"/>
    <p:sldId id="257" r:id="rId5"/>
    <p:sldId id="258" r:id="rId6"/>
    <p:sldId id="259" r:id="rId7"/>
    <p:sldId id="396" r:id="rId8"/>
    <p:sldId id="398" r:id="rId9"/>
    <p:sldId id="399" r:id="rId10"/>
    <p:sldId id="422" r:id="rId11"/>
    <p:sldId id="407" r:id="rId12"/>
    <p:sldId id="400" r:id="rId13"/>
    <p:sldId id="401" r:id="rId14"/>
    <p:sldId id="286" r:id="rId15"/>
    <p:sldId id="403" r:id="rId16"/>
    <p:sldId id="402" r:id="rId17"/>
    <p:sldId id="405" r:id="rId18"/>
    <p:sldId id="404" r:id="rId19"/>
    <p:sldId id="406" r:id="rId20"/>
    <p:sldId id="408" r:id="rId21"/>
    <p:sldId id="409" r:id="rId22"/>
    <p:sldId id="416" r:id="rId23"/>
    <p:sldId id="410" r:id="rId24"/>
    <p:sldId id="411" r:id="rId25"/>
    <p:sldId id="412" r:id="rId26"/>
    <p:sldId id="415" r:id="rId27"/>
    <p:sldId id="417" r:id="rId28"/>
    <p:sldId id="418" r:id="rId29"/>
    <p:sldId id="423" r:id="rId30"/>
    <p:sldId id="419" r:id="rId31"/>
    <p:sldId id="424"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68960E-99E4-43FD-B24B-B2B40A92B039}" v="1" dt="2025-04-13T17:20:27.7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8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vuno-Kuria, Shilumbe" userId="971a9ce4-f8fe-45be-a1b9-784e76a04f28" providerId="ADAL" clId="{1568960E-99E4-43FD-B24B-B2B40A92B039}"/>
    <pc:docChg chg="custSel modSld">
      <pc:chgData name="Chivuno-Kuria, Shilumbe" userId="971a9ce4-f8fe-45be-a1b9-784e76a04f28" providerId="ADAL" clId="{1568960E-99E4-43FD-B24B-B2B40A92B039}" dt="2025-04-13T17:20:28.075" v="23" actId="27636"/>
      <pc:docMkLst>
        <pc:docMk/>
      </pc:docMkLst>
      <pc:sldChg chg="modSp">
        <pc:chgData name="Chivuno-Kuria, Shilumbe" userId="971a9ce4-f8fe-45be-a1b9-784e76a04f28" providerId="ADAL" clId="{1568960E-99E4-43FD-B24B-B2B40A92B039}" dt="2025-04-13T17:20:27.765" v="0"/>
        <pc:sldMkLst>
          <pc:docMk/>
          <pc:sldMk cId="1233792859" sldId="257"/>
        </pc:sldMkLst>
        <pc:spChg chg="mod">
          <ac:chgData name="Chivuno-Kuria, Shilumbe" userId="971a9ce4-f8fe-45be-a1b9-784e76a04f28" providerId="ADAL" clId="{1568960E-99E4-43FD-B24B-B2B40A92B039}" dt="2025-04-13T17:20:27.765" v="0"/>
          <ac:spMkLst>
            <pc:docMk/>
            <pc:sldMk cId="1233792859" sldId="257"/>
            <ac:spMk id="2" creationId="{BC8E18F1-8CB2-433B-BE15-1DBE5CE4E10A}"/>
          </ac:spMkLst>
        </pc:spChg>
        <pc:spChg chg="mod">
          <ac:chgData name="Chivuno-Kuria, Shilumbe" userId="971a9ce4-f8fe-45be-a1b9-784e76a04f28" providerId="ADAL" clId="{1568960E-99E4-43FD-B24B-B2B40A92B039}" dt="2025-04-13T17:20:27.765" v="0"/>
          <ac:spMkLst>
            <pc:docMk/>
            <pc:sldMk cId="1233792859" sldId="257"/>
            <ac:spMk id="3" creationId="{311FEE62-909A-438D-8871-08AC182C7719}"/>
          </ac:spMkLst>
        </pc:spChg>
      </pc:sldChg>
      <pc:sldChg chg="modSp">
        <pc:chgData name="Chivuno-Kuria, Shilumbe" userId="971a9ce4-f8fe-45be-a1b9-784e76a04f28" providerId="ADAL" clId="{1568960E-99E4-43FD-B24B-B2B40A92B039}" dt="2025-04-13T17:20:27.765" v="0"/>
        <pc:sldMkLst>
          <pc:docMk/>
          <pc:sldMk cId="2135359764" sldId="258"/>
        </pc:sldMkLst>
        <pc:spChg chg="mod">
          <ac:chgData name="Chivuno-Kuria, Shilumbe" userId="971a9ce4-f8fe-45be-a1b9-784e76a04f28" providerId="ADAL" clId="{1568960E-99E4-43FD-B24B-B2B40A92B039}" dt="2025-04-13T17:20:27.765" v="0"/>
          <ac:spMkLst>
            <pc:docMk/>
            <pc:sldMk cId="2135359764" sldId="258"/>
            <ac:spMk id="2" creationId="{993CB2AF-B56D-4464-A0FA-4E9D659FB181}"/>
          </ac:spMkLst>
        </pc:spChg>
        <pc:spChg chg="mod">
          <ac:chgData name="Chivuno-Kuria, Shilumbe" userId="971a9ce4-f8fe-45be-a1b9-784e76a04f28" providerId="ADAL" clId="{1568960E-99E4-43FD-B24B-B2B40A92B039}" dt="2025-04-13T17:20:27.765" v="0"/>
          <ac:spMkLst>
            <pc:docMk/>
            <pc:sldMk cId="2135359764" sldId="258"/>
            <ac:spMk id="3" creationId="{B93E324F-1659-48BB-ADE8-7048D89DF85A}"/>
          </ac:spMkLst>
        </pc:spChg>
      </pc:sldChg>
      <pc:sldChg chg="modSp">
        <pc:chgData name="Chivuno-Kuria, Shilumbe" userId="971a9ce4-f8fe-45be-a1b9-784e76a04f28" providerId="ADAL" clId="{1568960E-99E4-43FD-B24B-B2B40A92B039}" dt="2025-04-13T17:20:27.765" v="0"/>
        <pc:sldMkLst>
          <pc:docMk/>
          <pc:sldMk cId="1543454107" sldId="259"/>
        </pc:sldMkLst>
        <pc:spChg chg="mod">
          <ac:chgData name="Chivuno-Kuria, Shilumbe" userId="971a9ce4-f8fe-45be-a1b9-784e76a04f28" providerId="ADAL" clId="{1568960E-99E4-43FD-B24B-B2B40A92B039}" dt="2025-04-13T17:20:27.765" v="0"/>
          <ac:spMkLst>
            <pc:docMk/>
            <pc:sldMk cId="1543454107" sldId="259"/>
            <ac:spMk id="2" creationId="{3DA6F9AA-74F8-42B3-BE08-A6BB83003DE8}"/>
          </ac:spMkLst>
        </pc:spChg>
      </pc:sldChg>
      <pc:sldChg chg="modSp">
        <pc:chgData name="Chivuno-Kuria, Shilumbe" userId="971a9ce4-f8fe-45be-a1b9-784e76a04f28" providerId="ADAL" clId="{1568960E-99E4-43FD-B24B-B2B40A92B039}" dt="2025-04-13T17:20:27.765" v="0"/>
        <pc:sldMkLst>
          <pc:docMk/>
          <pc:sldMk cId="0" sldId="286"/>
        </pc:sldMkLst>
        <pc:spChg chg="mod">
          <ac:chgData name="Chivuno-Kuria, Shilumbe" userId="971a9ce4-f8fe-45be-a1b9-784e76a04f28" providerId="ADAL" clId="{1568960E-99E4-43FD-B24B-B2B40A92B039}" dt="2025-04-13T17:20:27.765" v="0"/>
          <ac:spMkLst>
            <pc:docMk/>
            <pc:sldMk cId="0" sldId="286"/>
            <ac:spMk id="68609" creationId="{00000000-0000-0000-0000-000000000000}"/>
          </ac:spMkLst>
        </pc:spChg>
        <pc:spChg chg="mod">
          <ac:chgData name="Chivuno-Kuria, Shilumbe" userId="971a9ce4-f8fe-45be-a1b9-784e76a04f28" providerId="ADAL" clId="{1568960E-99E4-43FD-B24B-B2B40A92B039}" dt="2025-04-13T17:20:27.765" v="0"/>
          <ac:spMkLst>
            <pc:docMk/>
            <pc:sldMk cId="0" sldId="286"/>
            <ac:spMk id="68610" creationId="{00000000-0000-0000-0000-000000000000}"/>
          </ac:spMkLst>
        </pc:spChg>
      </pc:sldChg>
      <pc:sldChg chg="modSp mod">
        <pc:chgData name="Chivuno-Kuria, Shilumbe" userId="971a9ce4-f8fe-45be-a1b9-784e76a04f28" providerId="ADAL" clId="{1568960E-99E4-43FD-B24B-B2B40A92B039}" dt="2025-04-13T17:20:27.858" v="1" actId="27636"/>
        <pc:sldMkLst>
          <pc:docMk/>
          <pc:sldMk cId="2980558685" sldId="382"/>
        </pc:sldMkLst>
        <pc:spChg chg="mod">
          <ac:chgData name="Chivuno-Kuria, Shilumbe" userId="971a9ce4-f8fe-45be-a1b9-784e76a04f28" providerId="ADAL" clId="{1568960E-99E4-43FD-B24B-B2B40A92B039}" dt="2025-04-13T17:20:27.858" v="1" actId="27636"/>
          <ac:spMkLst>
            <pc:docMk/>
            <pc:sldMk cId="2980558685" sldId="382"/>
            <ac:spMk id="3" creationId="{00000000-0000-0000-0000-000000000000}"/>
          </ac:spMkLst>
        </pc:spChg>
        <pc:spChg chg="mod">
          <ac:chgData name="Chivuno-Kuria, Shilumbe" userId="971a9ce4-f8fe-45be-a1b9-784e76a04f28" providerId="ADAL" clId="{1568960E-99E4-43FD-B24B-B2B40A92B039}" dt="2025-04-13T17:20:27.765" v="0"/>
          <ac:spMkLst>
            <pc:docMk/>
            <pc:sldMk cId="2980558685" sldId="382"/>
            <ac:spMk id="4" creationId="{00000000-0000-0000-0000-000000000000}"/>
          </ac:spMkLst>
        </pc:spChg>
      </pc:sldChg>
      <pc:sldChg chg="modSp mod">
        <pc:chgData name="Chivuno-Kuria, Shilumbe" userId="971a9ce4-f8fe-45be-a1b9-784e76a04f28" providerId="ADAL" clId="{1568960E-99E4-43FD-B24B-B2B40A92B039}" dt="2025-04-13T17:20:27.873" v="3" actId="27636"/>
        <pc:sldMkLst>
          <pc:docMk/>
          <pc:sldMk cId="3042167707" sldId="386"/>
        </pc:sldMkLst>
        <pc:spChg chg="mod">
          <ac:chgData name="Chivuno-Kuria, Shilumbe" userId="971a9ce4-f8fe-45be-a1b9-784e76a04f28" providerId="ADAL" clId="{1568960E-99E4-43FD-B24B-B2B40A92B039}" dt="2025-04-13T17:20:27.765" v="0"/>
          <ac:spMkLst>
            <pc:docMk/>
            <pc:sldMk cId="3042167707" sldId="386"/>
            <ac:spMk id="2" creationId="{8E0375EC-A1B4-436D-AD02-454CDAA8F39D}"/>
          </ac:spMkLst>
        </pc:spChg>
        <pc:spChg chg="mod">
          <ac:chgData name="Chivuno-Kuria, Shilumbe" userId="971a9ce4-f8fe-45be-a1b9-784e76a04f28" providerId="ADAL" clId="{1568960E-99E4-43FD-B24B-B2B40A92B039}" dt="2025-04-13T17:20:27.870" v="2" actId="27636"/>
          <ac:spMkLst>
            <pc:docMk/>
            <pc:sldMk cId="3042167707" sldId="386"/>
            <ac:spMk id="3" creationId="{77030C70-EC51-472F-B23A-62861D1AC072}"/>
          </ac:spMkLst>
        </pc:spChg>
        <pc:spChg chg="mod">
          <ac:chgData name="Chivuno-Kuria, Shilumbe" userId="971a9ce4-f8fe-45be-a1b9-784e76a04f28" providerId="ADAL" clId="{1568960E-99E4-43FD-B24B-B2B40A92B039}" dt="2025-04-13T17:20:27.873" v="3" actId="27636"/>
          <ac:spMkLst>
            <pc:docMk/>
            <pc:sldMk cId="3042167707" sldId="386"/>
            <ac:spMk id="4" creationId="{1EF0CF65-53F5-4AB4-856E-F30B06897083}"/>
          </ac:spMkLst>
        </pc:spChg>
      </pc:sldChg>
      <pc:sldChg chg="modSp mod">
        <pc:chgData name="Chivuno-Kuria, Shilumbe" userId="971a9ce4-f8fe-45be-a1b9-784e76a04f28" providerId="ADAL" clId="{1568960E-99E4-43FD-B24B-B2B40A92B039}" dt="2025-04-13T17:20:27.899" v="4" actId="27636"/>
        <pc:sldMkLst>
          <pc:docMk/>
          <pc:sldMk cId="2945085069" sldId="396"/>
        </pc:sldMkLst>
        <pc:spChg chg="mod">
          <ac:chgData name="Chivuno-Kuria, Shilumbe" userId="971a9ce4-f8fe-45be-a1b9-784e76a04f28" providerId="ADAL" clId="{1568960E-99E4-43FD-B24B-B2B40A92B039}" dt="2025-04-13T17:20:27.765" v="0"/>
          <ac:spMkLst>
            <pc:docMk/>
            <pc:sldMk cId="2945085069" sldId="396"/>
            <ac:spMk id="2" creationId="{D8134C69-0F8A-4032-892E-A6BB49F56549}"/>
          </ac:spMkLst>
        </pc:spChg>
        <pc:spChg chg="mod">
          <ac:chgData name="Chivuno-Kuria, Shilumbe" userId="971a9ce4-f8fe-45be-a1b9-784e76a04f28" providerId="ADAL" clId="{1568960E-99E4-43FD-B24B-B2B40A92B039}" dt="2025-04-13T17:20:27.899" v="4" actId="27636"/>
          <ac:spMkLst>
            <pc:docMk/>
            <pc:sldMk cId="2945085069" sldId="396"/>
            <ac:spMk id="3" creationId="{0D133754-3AAE-4E07-94A6-55921D7C1AA7}"/>
          </ac:spMkLst>
        </pc:spChg>
      </pc:sldChg>
      <pc:sldChg chg="modSp">
        <pc:chgData name="Chivuno-Kuria, Shilumbe" userId="971a9ce4-f8fe-45be-a1b9-784e76a04f28" providerId="ADAL" clId="{1568960E-99E4-43FD-B24B-B2B40A92B039}" dt="2025-04-13T17:20:27.765" v="0"/>
        <pc:sldMkLst>
          <pc:docMk/>
          <pc:sldMk cId="3546722279" sldId="398"/>
        </pc:sldMkLst>
        <pc:spChg chg="mod">
          <ac:chgData name="Chivuno-Kuria, Shilumbe" userId="971a9ce4-f8fe-45be-a1b9-784e76a04f28" providerId="ADAL" clId="{1568960E-99E4-43FD-B24B-B2B40A92B039}" dt="2025-04-13T17:20:27.765" v="0"/>
          <ac:spMkLst>
            <pc:docMk/>
            <pc:sldMk cId="3546722279" sldId="398"/>
            <ac:spMk id="2" creationId="{783DCD6C-5AEB-47B5-AD2A-D54CFBDB0150}"/>
          </ac:spMkLst>
        </pc:spChg>
        <pc:spChg chg="mod">
          <ac:chgData name="Chivuno-Kuria, Shilumbe" userId="971a9ce4-f8fe-45be-a1b9-784e76a04f28" providerId="ADAL" clId="{1568960E-99E4-43FD-B24B-B2B40A92B039}" dt="2025-04-13T17:20:27.765" v="0"/>
          <ac:spMkLst>
            <pc:docMk/>
            <pc:sldMk cId="3546722279" sldId="398"/>
            <ac:spMk id="3" creationId="{6DEB9C9B-54E4-4A69-AEA4-C890F8B2491D}"/>
          </ac:spMkLst>
        </pc:spChg>
        <pc:spChg chg="mod">
          <ac:chgData name="Chivuno-Kuria, Shilumbe" userId="971a9ce4-f8fe-45be-a1b9-784e76a04f28" providerId="ADAL" clId="{1568960E-99E4-43FD-B24B-B2B40A92B039}" dt="2025-04-13T17:20:27.765" v="0"/>
          <ac:spMkLst>
            <pc:docMk/>
            <pc:sldMk cId="3546722279" sldId="398"/>
            <ac:spMk id="4" creationId="{09183228-F22D-4F24-9E35-034E9BD0C962}"/>
          </ac:spMkLst>
        </pc:spChg>
      </pc:sldChg>
      <pc:sldChg chg="modSp">
        <pc:chgData name="Chivuno-Kuria, Shilumbe" userId="971a9ce4-f8fe-45be-a1b9-784e76a04f28" providerId="ADAL" clId="{1568960E-99E4-43FD-B24B-B2B40A92B039}" dt="2025-04-13T17:20:27.765" v="0"/>
        <pc:sldMkLst>
          <pc:docMk/>
          <pc:sldMk cId="4029507361" sldId="399"/>
        </pc:sldMkLst>
        <pc:spChg chg="mod">
          <ac:chgData name="Chivuno-Kuria, Shilumbe" userId="971a9ce4-f8fe-45be-a1b9-784e76a04f28" providerId="ADAL" clId="{1568960E-99E4-43FD-B24B-B2B40A92B039}" dt="2025-04-13T17:20:27.765" v="0"/>
          <ac:spMkLst>
            <pc:docMk/>
            <pc:sldMk cId="4029507361" sldId="399"/>
            <ac:spMk id="2" creationId="{A28AA280-06A2-419D-9207-F80B3953FF83}"/>
          </ac:spMkLst>
        </pc:spChg>
        <pc:spChg chg="mod">
          <ac:chgData name="Chivuno-Kuria, Shilumbe" userId="971a9ce4-f8fe-45be-a1b9-784e76a04f28" providerId="ADAL" clId="{1568960E-99E4-43FD-B24B-B2B40A92B039}" dt="2025-04-13T17:20:27.765" v="0"/>
          <ac:spMkLst>
            <pc:docMk/>
            <pc:sldMk cId="4029507361" sldId="399"/>
            <ac:spMk id="3" creationId="{7DC2F680-0777-44AE-BF39-CCDE08CA701F}"/>
          </ac:spMkLst>
        </pc:spChg>
        <pc:spChg chg="mod">
          <ac:chgData name="Chivuno-Kuria, Shilumbe" userId="971a9ce4-f8fe-45be-a1b9-784e76a04f28" providerId="ADAL" clId="{1568960E-99E4-43FD-B24B-B2B40A92B039}" dt="2025-04-13T17:20:27.765" v="0"/>
          <ac:spMkLst>
            <pc:docMk/>
            <pc:sldMk cId="4029507361" sldId="399"/>
            <ac:spMk id="4" creationId="{E7D6C8D8-1E9F-4DCE-B449-A314497FE4AA}"/>
          </ac:spMkLst>
        </pc:spChg>
      </pc:sldChg>
      <pc:sldChg chg="modSp mod">
        <pc:chgData name="Chivuno-Kuria, Shilumbe" userId="971a9ce4-f8fe-45be-a1b9-784e76a04f28" providerId="ADAL" clId="{1568960E-99E4-43FD-B24B-B2B40A92B039}" dt="2025-04-13T17:20:27.943" v="7" actId="27636"/>
        <pc:sldMkLst>
          <pc:docMk/>
          <pc:sldMk cId="253553015" sldId="400"/>
        </pc:sldMkLst>
        <pc:spChg chg="mod">
          <ac:chgData name="Chivuno-Kuria, Shilumbe" userId="971a9ce4-f8fe-45be-a1b9-784e76a04f28" providerId="ADAL" clId="{1568960E-99E4-43FD-B24B-B2B40A92B039}" dt="2025-04-13T17:20:27.765" v="0"/>
          <ac:spMkLst>
            <pc:docMk/>
            <pc:sldMk cId="253553015" sldId="400"/>
            <ac:spMk id="2" creationId="{CBC6BB87-D6D8-4BCF-B147-7F30FCD387D8}"/>
          </ac:spMkLst>
        </pc:spChg>
        <pc:spChg chg="mod">
          <ac:chgData name="Chivuno-Kuria, Shilumbe" userId="971a9ce4-f8fe-45be-a1b9-784e76a04f28" providerId="ADAL" clId="{1568960E-99E4-43FD-B24B-B2B40A92B039}" dt="2025-04-13T17:20:27.941" v="6" actId="27636"/>
          <ac:spMkLst>
            <pc:docMk/>
            <pc:sldMk cId="253553015" sldId="400"/>
            <ac:spMk id="3" creationId="{A9B084E7-924B-40B6-89B7-6C350BB10D12}"/>
          </ac:spMkLst>
        </pc:spChg>
        <pc:spChg chg="mod">
          <ac:chgData name="Chivuno-Kuria, Shilumbe" userId="971a9ce4-f8fe-45be-a1b9-784e76a04f28" providerId="ADAL" clId="{1568960E-99E4-43FD-B24B-B2B40A92B039}" dt="2025-04-13T17:20:27.943" v="7" actId="27636"/>
          <ac:spMkLst>
            <pc:docMk/>
            <pc:sldMk cId="253553015" sldId="400"/>
            <ac:spMk id="4" creationId="{FC945C18-2D57-4CCD-8813-4116A527D4D6}"/>
          </ac:spMkLst>
        </pc:spChg>
      </pc:sldChg>
      <pc:sldChg chg="modSp mod">
        <pc:chgData name="Chivuno-Kuria, Shilumbe" userId="971a9ce4-f8fe-45be-a1b9-784e76a04f28" providerId="ADAL" clId="{1568960E-99E4-43FD-B24B-B2B40A92B039}" dt="2025-04-13T17:20:27.959" v="9" actId="27636"/>
        <pc:sldMkLst>
          <pc:docMk/>
          <pc:sldMk cId="724470591" sldId="401"/>
        </pc:sldMkLst>
        <pc:spChg chg="mod">
          <ac:chgData name="Chivuno-Kuria, Shilumbe" userId="971a9ce4-f8fe-45be-a1b9-784e76a04f28" providerId="ADAL" clId="{1568960E-99E4-43FD-B24B-B2B40A92B039}" dt="2025-04-13T17:20:27.765" v="0"/>
          <ac:spMkLst>
            <pc:docMk/>
            <pc:sldMk cId="724470591" sldId="401"/>
            <ac:spMk id="2" creationId="{7337FCFB-596B-4D5C-90D7-FB80331DEBD9}"/>
          </ac:spMkLst>
        </pc:spChg>
        <pc:spChg chg="mod">
          <ac:chgData name="Chivuno-Kuria, Shilumbe" userId="971a9ce4-f8fe-45be-a1b9-784e76a04f28" providerId="ADAL" clId="{1568960E-99E4-43FD-B24B-B2B40A92B039}" dt="2025-04-13T17:20:27.959" v="9" actId="27636"/>
          <ac:spMkLst>
            <pc:docMk/>
            <pc:sldMk cId="724470591" sldId="401"/>
            <ac:spMk id="3" creationId="{44EA63A0-73D8-43A2-AD1F-1D35CA1BCC33}"/>
          </ac:spMkLst>
        </pc:spChg>
        <pc:spChg chg="mod">
          <ac:chgData name="Chivuno-Kuria, Shilumbe" userId="971a9ce4-f8fe-45be-a1b9-784e76a04f28" providerId="ADAL" clId="{1568960E-99E4-43FD-B24B-B2B40A92B039}" dt="2025-04-13T17:20:27.957" v="8" actId="27636"/>
          <ac:spMkLst>
            <pc:docMk/>
            <pc:sldMk cId="724470591" sldId="401"/>
            <ac:spMk id="4" creationId="{7A256373-83B5-4EFD-A6DE-A7D98FE2E938}"/>
          </ac:spMkLst>
        </pc:spChg>
      </pc:sldChg>
      <pc:sldChg chg="modSp mod">
        <pc:chgData name="Chivuno-Kuria, Shilumbe" userId="971a9ce4-f8fe-45be-a1b9-784e76a04f28" providerId="ADAL" clId="{1568960E-99E4-43FD-B24B-B2B40A92B039}" dt="2025-04-13T17:20:27.981" v="12" actId="27636"/>
        <pc:sldMkLst>
          <pc:docMk/>
          <pc:sldMk cId="257233967" sldId="402"/>
        </pc:sldMkLst>
        <pc:spChg chg="mod">
          <ac:chgData name="Chivuno-Kuria, Shilumbe" userId="971a9ce4-f8fe-45be-a1b9-784e76a04f28" providerId="ADAL" clId="{1568960E-99E4-43FD-B24B-B2B40A92B039}" dt="2025-04-13T17:20:27.765" v="0"/>
          <ac:spMkLst>
            <pc:docMk/>
            <pc:sldMk cId="257233967" sldId="402"/>
            <ac:spMk id="2" creationId="{26F573B3-FB3D-408C-A1CF-92181D347432}"/>
          </ac:spMkLst>
        </pc:spChg>
        <pc:spChg chg="mod">
          <ac:chgData name="Chivuno-Kuria, Shilumbe" userId="971a9ce4-f8fe-45be-a1b9-784e76a04f28" providerId="ADAL" clId="{1568960E-99E4-43FD-B24B-B2B40A92B039}" dt="2025-04-13T17:20:27.981" v="11" actId="27636"/>
          <ac:spMkLst>
            <pc:docMk/>
            <pc:sldMk cId="257233967" sldId="402"/>
            <ac:spMk id="3" creationId="{F07489AC-0DE1-4A53-A8DA-85249B30CC61}"/>
          </ac:spMkLst>
        </pc:spChg>
        <pc:spChg chg="mod">
          <ac:chgData name="Chivuno-Kuria, Shilumbe" userId="971a9ce4-f8fe-45be-a1b9-784e76a04f28" providerId="ADAL" clId="{1568960E-99E4-43FD-B24B-B2B40A92B039}" dt="2025-04-13T17:20:27.981" v="12" actId="27636"/>
          <ac:spMkLst>
            <pc:docMk/>
            <pc:sldMk cId="257233967" sldId="402"/>
            <ac:spMk id="4" creationId="{C7B28419-94CC-4B3B-8C73-FF5527A9CBA1}"/>
          </ac:spMkLst>
        </pc:spChg>
      </pc:sldChg>
      <pc:sldChg chg="modSp">
        <pc:chgData name="Chivuno-Kuria, Shilumbe" userId="971a9ce4-f8fe-45be-a1b9-784e76a04f28" providerId="ADAL" clId="{1568960E-99E4-43FD-B24B-B2B40A92B039}" dt="2025-04-13T17:20:27.765" v="0"/>
        <pc:sldMkLst>
          <pc:docMk/>
          <pc:sldMk cId="3723183087" sldId="403"/>
        </pc:sldMkLst>
        <pc:spChg chg="mod">
          <ac:chgData name="Chivuno-Kuria, Shilumbe" userId="971a9ce4-f8fe-45be-a1b9-784e76a04f28" providerId="ADAL" clId="{1568960E-99E4-43FD-B24B-B2B40A92B039}" dt="2025-04-13T17:20:27.765" v="0"/>
          <ac:spMkLst>
            <pc:docMk/>
            <pc:sldMk cId="3723183087" sldId="403"/>
            <ac:spMk id="2" creationId="{70283BC0-9844-41EA-B571-9B78D1DD01A6}"/>
          </ac:spMkLst>
        </pc:spChg>
        <pc:spChg chg="mod">
          <ac:chgData name="Chivuno-Kuria, Shilumbe" userId="971a9ce4-f8fe-45be-a1b9-784e76a04f28" providerId="ADAL" clId="{1568960E-99E4-43FD-B24B-B2B40A92B039}" dt="2025-04-13T17:20:27.765" v="0"/>
          <ac:spMkLst>
            <pc:docMk/>
            <pc:sldMk cId="3723183087" sldId="403"/>
            <ac:spMk id="4" creationId="{CB60DD76-FC6D-4375-B629-71804C4271E8}"/>
          </ac:spMkLst>
        </pc:spChg>
      </pc:sldChg>
      <pc:sldChg chg="modSp">
        <pc:chgData name="Chivuno-Kuria, Shilumbe" userId="971a9ce4-f8fe-45be-a1b9-784e76a04f28" providerId="ADAL" clId="{1568960E-99E4-43FD-B24B-B2B40A92B039}" dt="2025-04-13T17:20:27.765" v="0"/>
        <pc:sldMkLst>
          <pc:docMk/>
          <pc:sldMk cId="754558906" sldId="404"/>
        </pc:sldMkLst>
        <pc:spChg chg="mod">
          <ac:chgData name="Chivuno-Kuria, Shilumbe" userId="971a9ce4-f8fe-45be-a1b9-784e76a04f28" providerId="ADAL" clId="{1568960E-99E4-43FD-B24B-B2B40A92B039}" dt="2025-04-13T17:20:27.765" v="0"/>
          <ac:spMkLst>
            <pc:docMk/>
            <pc:sldMk cId="754558906" sldId="404"/>
            <ac:spMk id="2" creationId="{C3744686-9888-4EF1-8E42-0CC2E474E237}"/>
          </ac:spMkLst>
        </pc:spChg>
        <pc:spChg chg="mod">
          <ac:chgData name="Chivuno-Kuria, Shilumbe" userId="971a9ce4-f8fe-45be-a1b9-784e76a04f28" providerId="ADAL" clId="{1568960E-99E4-43FD-B24B-B2B40A92B039}" dt="2025-04-13T17:20:27.765" v="0"/>
          <ac:spMkLst>
            <pc:docMk/>
            <pc:sldMk cId="754558906" sldId="404"/>
            <ac:spMk id="3" creationId="{12B1FB0B-8DC4-4255-B4FC-FC17F8157F5D}"/>
          </ac:spMkLst>
        </pc:spChg>
        <pc:spChg chg="mod">
          <ac:chgData name="Chivuno-Kuria, Shilumbe" userId="971a9ce4-f8fe-45be-a1b9-784e76a04f28" providerId="ADAL" clId="{1568960E-99E4-43FD-B24B-B2B40A92B039}" dt="2025-04-13T17:20:27.765" v="0"/>
          <ac:spMkLst>
            <pc:docMk/>
            <pc:sldMk cId="754558906" sldId="404"/>
            <ac:spMk id="4" creationId="{1D0B54D8-3328-4F05-BF2F-3A8BF2702CB2}"/>
          </ac:spMkLst>
        </pc:spChg>
      </pc:sldChg>
      <pc:sldChg chg="modSp mod">
        <pc:chgData name="Chivuno-Kuria, Shilumbe" userId="971a9ce4-f8fe-45be-a1b9-784e76a04f28" providerId="ADAL" clId="{1568960E-99E4-43FD-B24B-B2B40A92B039}" dt="2025-04-13T17:20:27.998" v="14" actId="27636"/>
        <pc:sldMkLst>
          <pc:docMk/>
          <pc:sldMk cId="1742813506" sldId="405"/>
        </pc:sldMkLst>
        <pc:spChg chg="mod">
          <ac:chgData name="Chivuno-Kuria, Shilumbe" userId="971a9ce4-f8fe-45be-a1b9-784e76a04f28" providerId="ADAL" clId="{1568960E-99E4-43FD-B24B-B2B40A92B039}" dt="2025-04-13T17:20:27.765" v="0"/>
          <ac:spMkLst>
            <pc:docMk/>
            <pc:sldMk cId="1742813506" sldId="405"/>
            <ac:spMk id="2" creationId="{586BB1E9-F6FB-4B73-82CA-95599C433DA6}"/>
          </ac:spMkLst>
        </pc:spChg>
        <pc:spChg chg="mod">
          <ac:chgData name="Chivuno-Kuria, Shilumbe" userId="971a9ce4-f8fe-45be-a1b9-784e76a04f28" providerId="ADAL" clId="{1568960E-99E4-43FD-B24B-B2B40A92B039}" dt="2025-04-13T17:20:27.995" v="13" actId="27636"/>
          <ac:spMkLst>
            <pc:docMk/>
            <pc:sldMk cId="1742813506" sldId="405"/>
            <ac:spMk id="3" creationId="{6B3AC72E-6E17-4020-AE3A-FC28FC972FCA}"/>
          </ac:spMkLst>
        </pc:spChg>
        <pc:spChg chg="mod">
          <ac:chgData name="Chivuno-Kuria, Shilumbe" userId="971a9ce4-f8fe-45be-a1b9-784e76a04f28" providerId="ADAL" clId="{1568960E-99E4-43FD-B24B-B2B40A92B039}" dt="2025-04-13T17:20:27.998" v="14" actId="27636"/>
          <ac:spMkLst>
            <pc:docMk/>
            <pc:sldMk cId="1742813506" sldId="405"/>
            <ac:spMk id="4" creationId="{428C6A2A-C383-40CE-9E09-F6489A8D4A6C}"/>
          </ac:spMkLst>
        </pc:spChg>
      </pc:sldChg>
      <pc:sldChg chg="modSp">
        <pc:chgData name="Chivuno-Kuria, Shilumbe" userId="971a9ce4-f8fe-45be-a1b9-784e76a04f28" providerId="ADAL" clId="{1568960E-99E4-43FD-B24B-B2B40A92B039}" dt="2025-04-13T17:20:27.765" v="0"/>
        <pc:sldMkLst>
          <pc:docMk/>
          <pc:sldMk cId="1049013581" sldId="406"/>
        </pc:sldMkLst>
        <pc:spChg chg="mod">
          <ac:chgData name="Chivuno-Kuria, Shilumbe" userId="971a9ce4-f8fe-45be-a1b9-784e76a04f28" providerId="ADAL" clId="{1568960E-99E4-43FD-B24B-B2B40A92B039}" dt="2025-04-13T17:20:27.765" v="0"/>
          <ac:spMkLst>
            <pc:docMk/>
            <pc:sldMk cId="1049013581" sldId="406"/>
            <ac:spMk id="2" creationId="{BB40910A-DE20-4F6B-94A4-1A87146CB90E}"/>
          </ac:spMkLst>
        </pc:spChg>
        <pc:spChg chg="mod">
          <ac:chgData name="Chivuno-Kuria, Shilumbe" userId="971a9ce4-f8fe-45be-a1b9-784e76a04f28" providerId="ADAL" clId="{1568960E-99E4-43FD-B24B-B2B40A92B039}" dt="2025-04-13T17:20:27.765" v="0"/>
          <ac:spMkLst>
            <pc:docMk/>
            <pc:sldMk cId="1049013581" sldId="406"/>
            <ac:spMk id="3" creationId="{4F5484F3-D1D5-4A3D-99D7-E31F64BCE1A3}"/>
          </ac:spMkLst>
        </pc:spChg>
        <pc:spChg chg="mod">
          <ac:chgData name="Chivuno-Kuria, Shilumbe" userId="971a9ce4-f8fe-45be-a1b9-784e76a04f28" providerId="ADAL" clId="{1568960E-99E4-43FD-B24B-B2B40A92B039}" dt="2025-04-13T17:20:27.765" v="0"/>
          <ac:spMkLst>
            <pc:docMk/>
            <pc:sldMk cId="1049013581" sldId="406"/>
            <ac:spMk id="4" creationId="{58F8DF5E-73F9-4E2D-873B-15A423851DE4}"/>
          </ac:spMkLst>
        </pc:spChg>
      </pc:sldChg>
      <pc:sldChg chg="modSp">
        <pc:chgData name="Chivuno-Kuria, Shilumbe" userId="971a9ce4-f8fe-45be-a1b9-784e76a04f28" providerId="ADAL" clId="{1568960E-99E4-43FD-B24B-B2B40A92B039}" dt="2025-04-13T17:20:27.765" v="0"/>
        <pc:sldMkLst>
          <pc:docMk/>
          <pc:sldMk cId="4244593885" sldId="407"/>
        </pc:sldMkLst>
        <pc:spChg chg="mod">
          <ac:chgData name="Chivuno-Kuria, Shilumbe" userId="971a9ce4-f8fe-45be-a1b9-784e76a04f28" providerId="ADAL" clId="{1568960E-99E4-43FD-B24B-B2B40A92B039}" dt="2025-04-13T17:20:27.765" v="0"/>
          <ac:spMkLst>
            <pc:docMk/>
            <pc:sldMk cId="4244593885" sldId="407"/>
            <ac:spMk id="2" creationId="{51E79D87-5D1F-443B-BC1D-9D66E3BE9850}"/>
          </ac:spMkLst>
        </pc:spChg>
        <pc:spChg chg="mod">
          <ac:chgData name="Chivuno-Kuria, Shilumbe" userId="971a9ce4-f8fe-45be-a1b9-784e76a04f28" providerId="ADAL" clId="{1568960E-99E4-43FD-B24B-B2B40A92B039}" dt="2025-04-13T17:20:27.765" v="0"/>
          <ac:spMkLst>
            <pc:docMk/>
            <pc:sldMk cId="4244593885" sldId="407"/>
            <ac:spMk id="3" creationId="{E77126CD-5C8E-4E8C-9BA5-CFF9469FD652}"/>
          </ac:spMkLst>
        </pc:spChg>
        <pc:spChg chg="mod">
          <ac:chgData name="Chivuno-Kuria, Shilumbe" userId="971a9ce4-f8fe-45be-a1b9-784e76a04f28" providerId="ADAL" clId="{1568960E-99E4-43FD-B24B-B2B40A92B039}" dt="2025-04-13T17:20:27.765" v="0"/>
          <ac:spMkLst>
            <pc:docMk/>
            <pc:sldMk cId="4244593885" sldId="407"/>
            <ac:spMk id="4" creationId="{C49BD6CB-CFF4-42D1-893F-5EDC4684D01C}"/>
          </ac:spMkLst>
        </pc:spChg>
      </pc:sldChg>
      <pc:sldChg chg="modSp mod">
        <pc:chgData name="Chivuno-Kuria, Shilumbe" userId="971a9ce4-f8fe-45be-a1b9-784e76a04f28" providerId="ADAL" clId="{1568960E-99E4-43FD-B24B-B2B40A92B039}" dt="2025-04-13T17:20:28.014" v="16" actId="27636"/>
        <pc:sldMkLst>
          <pc:docMk/>
          <pc:sldMk cId="105540344" sldId="408"/>
        </pc:sldMkLst>
        <pc:spChg chg="mod">
          <ac:chgData name="Chivuno-Kuria, Shilumbe" userId="971a9ce4-f8fe-45be-a1b9-784e76a04f28" providerId="ADAL" clId="{1568960E-99E4-43FD-B24B-B2B40A92B039}" dt="2025-04-13T17:20:27.765" v="0"/>
          <ac:spMkLst>
            <pc:docMk/>
            <pc:sldMk cId="105540344" sldId="408"/>
            <ac:spMk id="2" creationId="{3460675A-8A1A-4116-B983-769BFD7F167A}"/>
          </ac:spMkLst>
        </pc:spChg>
        <pc:spChg chg="mod">
          <ac:chgData name="Chivuno-Kuria, Shilumbe" userId="971a9ce4-f8fe-45be-a1b9-784e76a04f28" providerId="ADAL" clId="{1568960E-99E4-43FD-B24B-B2B40A92B039}" dt="2025-04-13T17:20:28.014" v="16" actId="27636"/>
          <ac:spMkLst>
            <pc:docMk/>
            <pc:sldMk cId="105540344" sldId="408"/>
            <ac:spMk id="3" creationId="{DBDDA8AA-2A46-40CB-B3F0-05191681A2D2}"/>
          </ac:spMkLst>
        </pc:spChg>
        <pc:spChg chg="mod">
          <ac:chgData name="Chivuno-Kuria, Shilumbe" userId="971a9ce4-f8fe-45be-a1b9-784e76a04f28" providerId="ADAL" clId="{1568960E-99E4-43FD-B24B-B2B40A92B039}" dt="2025-04-13T17:20:28.012" v="15" actId="27636"/>
          <ac:spMkLst>
            <pc:docMk/>
            <pc:sldMk cId="105540344" sldId="408"/>
            <ac:spMk id="4" creationId="{7E29B083-E1B6-4EF8-8529-5F7A03D82ACE}"/>
          </ac:spMkLst>
        </pc:spChg>
      </pc:sldChg>
      <pc:sldChg chg="modSp">
        <pc:chgData name="Chivuno-Kuria, Shilumbe" userId="971a9ce4-f8fe-45be-a1b9-784e76a04f28" providerId="ADAL" clId="{1568960E-99E4-43FD-B24B-B2B40A92B039}" dt="2025-04-13T17:20:27.765" v="0"/>
        <pc:sldMkLst>
          <pc:docMk/>
          <pc:sldMk cId="926914645" sldId="409"/>
        </pc:sldMkLst>
        <pc:spChg chg="mod">
          <ac:chgData name="Chivuno-Kuria, Shilumbe" userId="971a9ce4-f8fe-45be-a1b9-784e76a04f28" providerId="ADAL" clId="{1568960E-99E4-43FD-B24B-B2B40A92B039}" dt="2025-04-13T17:20:27.765" v="0"/>
          <ac:spMkLst>
            <pc:docMk/>
            <pc:sldMk cId="926914645" sldId="409"/>
            <ac:spMk id="2" creationId="{F0950D5D-2D59-49FA-A9B8-4B9995298CF5}"/>
          </ac:spMkLst>
        </pc:spChg>
        <pc:spChg chg="mod">
          <ac:chgData name="Chivuno-Kuria, Shilumbe" userId="971a9ce4-f8fe-45be-a1b9-784e76a04f28" providerId="ADAL" clId="{1568960E-99E4-43FD-B24B-B2B40A92B039}" dt="2025-04-13T17:20:27.765" v="0"/>
          <ac:spMkLst>
            <pc:docMk/>
            <pc:sldMk cId="926914645" sldId="409"/>
            <ac:spMk id="3" creationId="{A9A13B99-D4C9-43A6-9ECD-BFE183C091D7}"/>
          </ac:spMkLst>
        </pc:spChg>
        <pc:spChg chg="mod">
          <ac:chgData name="Chivuno-Kuria, Shilumbe" userId="971a9ce4-f8fe-45be-a1b9-784e76a04f28" providerId="ADAL" clId="{1568960E-99E4-43FD-B24B-B2B40A92B039}" dt="2025-04-13T17:20:27.765" v="0"/>
          <ac:spMkLst>
            <pc:docMk/>
            <pc:sldMk cId="926914645" sldId="409"/>
            <ac:spMk id="4" creationId="{63047F6C-EA00-4D7F-9A41-EE80A80BA45E}"/>
          </ac:spMkLst>
        </pc:spChg>
      </pc:sldChg>
      <pc:sldChg chg="modSp">
        <pc:chgData name="Chivuno-Kuria, Shilumbe" userId="971a9ce4-f8fe-45be-a1b9-784e76a04f28" providerId="ADAL" clId="{1568960E-99E4-43FD-B24B-B2B40A92B039}" dt="2025-04-13T17:20:27.765" v="0"/>
        <pc:sldMkLst>
          <pc:docMk/>
          <pc:sldMk cId="1300383284" sldId="410"/>
        </pc:sldMkLst>
        <pc:spChg chg="mod">
          <ac:chgData name="Chivuno-Kuria, Shilumbe" userId="971a9ce4-f8fe-45be-a1b9-784e76a04f28" providerId="ADAL" clId="{1568960E-99E4-43FD-B24B-B2B40A92B039}" dt="2025-04-13T17:20:27.765" v="0"/>
          <ac:spMkLst>
            <pc:docMk/>
            <pc:sldMk cId="1300383284" sldId="410"/>
            <ac:spMk id="2" creationId="{D6F6F54D-FBB1-4026-82CD-A3980AFD2168}"/>
          </ac:spMkLst>
        </pc:spChg>
        <pc:spChg chg="mod">
          <ac:chgData name="Chivuno-Kuria, Shilumbe" userId="971a9ce4-f8fe-45be-a1b9-784e76a04f28" providerId="ADAL" clId="{1568960E-99E4-43FD-B24B-B2B40A92B039}" dt="2025-04-13T17:20:27.765" v="0"/>
          <ac:spMkLst>
            <pc:docMk/>
            <pc:sldMk cId="1300383284" sldId="410"/>
            <ac:spMk id="3" creationId="{0FBB925F-4287-4281-9B13-23D8092288BF}"/>
          </ac:spMkLst>
        </pc:spChg>
      </pc:sldChg>
      <pc:sldChg chg="modSp">
        <pc:chgData name="Chivuno-Kuria, Shilumbe" userId="971a9ce4-f8fe-45be-a1b9-784e76a04f28" providerId="ADAL" clId="{1568960E-99E4-43FD-B24B-B2B40A92B039}" dt="2025-04-13T17:20:27.765" v="0"/>
        <pc:sldMkLst>
          <pc:docMk/>
          <pc:sldMk cId="424646425" sldId="411"/>
        </pc:sldMkLst>
        <pc:spChg chg="mod">
          <ac:chgData name="Chivuno-Kuria, Shilumbe" userId="971a9ce4-f8fe-45be-a1b9-784e76a04f28" providerId="ADAL" clId="{1568960E-99E4-43FD-B24B-B2B40A92B039}" dt="2025-04-13T17:20:27.765" v="0"/>
          <ac:spMkLst>
            <pc:docMk/>
            <pc:sldMk cId="424646425" sldId="411"/>
            <ac:spMk id="2" creationId="{244EEEF2-3001-44BA-BA72-004F1B8E2027}"/>
          </ac:spMkLst>
        </pc:spChg>
        <pc:spChg chg="mod">
          <ac:chgData name="Chivuno-Kuria, Shilumbe" userId="971a9ce4-f8fe-45be-a1b9-784e76a04f28" providerId="ADAL" clId="{1568960E-99E4-43FD-B24B-B2B40A92B039}" dt="2025-04-13T17:20:27.765" v="0"/>
          <ac:spMkLst>
            <pc:docMk/>
            <pc:sldMk cId="424646425" sldId="411"/>
            <ac:spMk id="3" creationId="{201AB8F7-2245-4E80-A38A-5FABBDCC9A2E}"/>
          </ac:spMkLst>
        </pc:spChg>
      </pc:sldChg>
      <pc:sldChg chg="modSp mod">
        <pc:chgData name="Chivuno-Kuria, Shilumbe" userId="971a9ce4-f8fe-45be-a1b9-784e76a04f28" providerId="ADAL" clId="{1568960E-99E4-43FD-B24B-B2B40A92B039}" dt="2025-04-13T17:20:28.054" v="21" actId="27636"/>
        <pc:sldMkLst>
          <pc:docMk/>
          <pc:sldMk cId="288293863" sldId="412"/>
        </pc:sldMkLst>
        <pc:spChg chg="mod">
          <ac:chgData name="Chivuno-Kuria, Shilumbe" userId="971a9ce4-f8fe-45be-a1b9-784e76a04f28" providerId="ADAL" clId="{1568960E-99E4-43FD-B24B-B2B40A92B039}" dt="2025-04-13T17:20:27.765" v="0"/>
          <ac:spMkLst>
            <pc:docMk/>
            <pc:sldMk cId="288293863" sldId="412"/>
            <ac:spMk id="2" creationId="{168819C6-A1A8-414D-9DDC-607F96BB4422}"/>
          </ac:spMkLst>
        </pc:spChg>
        <pc:spChg chg="mod">
          <ac:chgData name="Chivuno-Kuria, Shilumbe" userId="971a9ce4-f8fe-45be-a1b9-784e76a04f28" providerId="ADAL" clId="{1568960E-99E4-43FD-B24B-B2B40A92B039}" dt="2025-04-13T17:20:28.054" v="21" actId="27636"/>
          <ac:spMkLst>
            <pc:docMk/>
            <pc:sldMk cId="288293863" sldId="412"/>
            <ac:spMk id="3" creationId="{C271B167-FFF8-4E58-9D39-3EE24F6F2A58}"/>
          </ac:spMkLst>
        </pc:spChg>
        <pc:spChg chg="mod">
          <ac:chgData name="Chivuno-Kuria, Shilumbe" userId="971a9ce4-f8fe-45be-a1b9-784e76a04f28" providerId="ADAL" clId="{1568960E-99E4-43FD-B24B-B2B40A92B039}" dt="2025-04-13T17:20:28.052" v="20" actId="27636"/>
          <ac:spMkLst>
            <pc:docMk/>
            <pc:sldMk cId="288293863" sldId="412"/>
            <ac:spMk id="4" creationId="{E50E6C00-224B-433D-A0A6-48B968EF4E3C}"/>
          </ac:spMkLst>
        </pc:spChg>
      </pc:sldChg>
      <pc:sldChg chg="modSp mod">
        <pc:chgData name="Chivuno-Kuria, Shilumbe" userId="971a9ce4-f8fe-45be-a1b9-784e76a04f28" providerId="ADAL" clId="{1568960E-99E4-43FD-B24B-B2B40A92B039}" dt="2025-04-13T17:20:28.066" v="22" actId="27636"/>
        <pc:sldMkLst>
          <pc:docMk/>
          <pc:sldMk cId="2945076454" sldId="415"/>
        </pc:sldMkLst>
        <pc:spChg chg="mod">
          <ac:chgData name="Chivuno-Kuria, Shilumbe" userId="971a9ce4-f8fe-45be-a1b9-784e76a04f28" providerId="ADAL" clId="{1568960E-99E4-43FD-B24B-B2B40A92B039}" dt="2025-04-13T17:20:27.765" v="0"/>
          <ac:spMkLst>
            <pc:docMk/>
            <pc:sldMk cId="2945076454" sldId="415"/>
            <ac:spMk id="2" creationId="{B170D82F-4080-4587-88A2-95CB77BCC032}"/>
          </ac:spMkLst>
        </pc:spChg>
        <pc:spChg chg="mod">
          <ac:chgData name="Chivuno-Kuria, Shilumbe" userId="971a9ce4-f8fe-45be-a1b9-784e76a04f28" providerId="ADAL" clId="{1568960E-99E4-43FD-B24B-B2B40A92B039}" dt="2025-04-13T17:20:28.066" v="22" actId="27636"/>
          <ac:spMkLst>
            <pc:docMk/>
            <pc:sldMk cId="2945076454" sldId="415"/>
            <ac:spMk id="3" creationId="{2AE1E581-C9F1-40D9-AC25-54EC2DB9A09C}"/>
          </ac:spMkLst>
        </pc:spChg>
      </pc:sldChg>
      <pc:sldChg chg="modSp mod">
        <pc:chgData name="Chivuno-Kuria, Shilumbe" userId="971a9ce4-f8fe-45be-a1b9-784e76a04f28" providerId="ADAL" clId="{1568960E-99E4-43FD-B24B-B2B40A92B039}" dt="2025-04-13T17:20:28.033" v="19" actId="27636"/>
        <pc:sldMkLst>
          <pc:docMk/>
          <pc:sldMk cId="3070382974" sldId="416"/>
        </pc:sldMkLst>
        <pc:spChg chg="mod">
          <ac:chgData name="Chivuno-Kuria, Shilumbe" userId="971a9ce4-f8fe-45be-a1b9-784e76a04f28" providerId="ADAL" clId="{1568960E-99E4-43FD-B24B-B2B40A92B039}" dt="2025-04-13T17:20:27.765" v="0"/>
          <ac:spMkLst>
            <pc:docMk/>
            <pc:sldMk cId="3070382974" sldId="416"/>
            <ac:spMk id="2" creationId="{8B6A1069-B8AB-4FB1-9085-931AB299C0DB}"/>
          </ac:spMkLst>
        </pc:spChg>
        <pc:spChg chg="mod">
          <ac:chgData name="Chivuno-Kuria, Shilumbe" userId="971a9ce4-f8fe-45be-a1b9-784e76a04f28" providerId="ADAL" clId="{1568960E-99E4-43FD-B24B-B2B40A92B039}" dt="2025-04-13T17:20:28.033" v="18" actId="27636"/>
          <ac:spMkLst>
            <pc:docMk/>
            <pc:sldMk cId="3070382974" sldId="416"/>
            <ac:spMk id="3" creationId="{336F79FB-8F43-48D2-9199-F5961D3366F2}"/>
          </ac:spMkLst>
        </pc:spChg>
        <pc:spChg chg="mod">
          <ac:chgData name="Chivuno-Kuria, Shilumbe" userId="971a9ce4-f8fe-45be-a1b9-784e76a04f28" providerId="ADAL" clId="{1568960E-99E4-43FD-B24B-B2B40A92B039}" dt="2025-04-13T17:20:28.033" v="19" actId="27636"/>
          <ac:spMkLst>
            <pc:docMk/>
            <pc:sldMk cId="3070382974" sldId="416"/>
            <ac:spMk id="4" creationId="{DEF67DF1-903A-4E63-AFB5-B44AEF37A567}"/>
          </ac:spMkLst>
        </pc:spChg>
      </pc:sldChg>
      <pc:sldChg chg="modSp mod">
        <pc:chgData name="Chivuno-Kuria, Shilumbe" userId="971a9ce4-f8fe-45be-a1b9-784e76a04f28" providerId="ADAL" clId="{1568960E-99E4-43FD-B24B-B2B40A92B039}" dt="2025-04-13T17:20:28.075" v="23" actId="27636"/>
        <pc:sldMkLst>
          <pc:docMk/>
          <pc:sldMk cId="1466134506" sldId="417"/>
        </pc:sldMkLst>
        <pc:spChg chg="mod">
          <ac:chgData name="Chivuno-Kuria, Shilumbe" userId="971a9ce4-f8fe-45be-a1b9-784e76a04f28" providerId="ADAL" clId="{1568960E-99E4-43FD-B24B-B2B40A92B039}" dt="2025-04-13T17:20:27.765" v="0"/>
          <ac:spMkLst>
            <pc:docMk/>
            <pc:sldMk cId="1466134506" sldId="417"/>
            <ac:spMk id="2" creationId="{694B4AE6-F7FC-4FCC-B0A4-60B7DE4DF48C}"/>
          </ac:spMkLst>
        </pc:spChg>
        <pc:spChg chg="mod">
          <ac:chgData name="Chivuno-Kuria, Shilumbe" userId="971a9ce4-f8fe-45be-a1b9-784e76a04f28" providerId="ADAL" clId="{1568960E-99E4-43FD-B24B-B2B40A92B039}" dt="2025-04-13T17:20:28.075" v="23" actId="27636"/>
          <ac:spMkLst>
            <pc:docMk/>
            <pc:sldMk cId="1466134506" sldId="417"/>
            <ac:spMk id="3" creationId="{3721A886-8702-4659-A5A5-653983B2277B}"/>
          </ac:spMkLst>
        </pc:spChg>
      </pc:sldChg>
      <pc:sldChg chg="modSp">
        <pc:chgData name="Chivuno-Kuria, Shilumbe" userId="971a9ce4-f8fe-45be-a1b9-784e76a04f28" providerId="ADAL" clId="{1568960E-99E4-43FD-B24B-B2B40A92B039}" dt="2025-04-13T17:20:27.765" v="0"/>
        <pc:sldMkLst>
          <pc:docMk/>
          <pc:sldMk cId="204916834" sldId="418"/>
        </pc:sldMkLst>
        <pc:spChg chg="mod">
          <ac:chgData name="Chivuno-Kuria, Shilumbe" userId="971a9ce4-f8fe-45be-a1b9-784e76a04f28" providerId="ADAL" clId="{1568960E-99E4-43FD-B24B-B2B40A92B039}" dt="2025-04-13T17:20:27.765" v="0"/>
          <ac:spMkLst>
            <pc:docMk/>
            <pc:sldMk cId="204916834" sldId="418"/>
            <ac:spMk id="2" creationId="{79EF4E2E-110D-4F8F-9344-1134E8A282B9}"/>
          </ac:spMkLst>
        </pc:spChg>
        <pc:spChg chg="mod">
          <ac:chgData name="Chivuno-Kuria, Shilumbe" userId="971a9ce4-f8fe-45be-a1b9-784e76a04f28" providerId="ADAL" clId="{1568960E-99E4-43FD-B24B-B2B40A92B039}" dt="2025-04-13T17:20:27.765" v="0"/>
          <ac:spMkLst>
            <pc:docMk/>
            <pc:sldMk cId="204916834" sldId="418"/>
            <ac:spMk id="3" creationId="{E361D03A-B581-4D8E-AC5E-A2468258AD09}"/>
          </ac:spMkLst>
        </pc:spChg>
      </pc:sldChg>
      <pc:sldChg chg="modSp">
        <pc:chgData name="Chivuno-Kuria, Shilumbe" userId="971a9ce4-f8fe-45be-a1b9-784e76a04f28" providerId="ADAL" clId="{1568960E-99E4-43FD-B24B-B2B40A92B039}" dt="2025-04-13T17:20:27.765" v="0"/>
        <pc:sldMkLst>
          <pc:docMk/>
          <pc:sldMk cId="4053487561" sldId="419"/>
        </pc:sldMkLst>
        <pc:spChg chg="mod">
          <ac:chgData name="Chivuno-Kuria, Shilumbe" userId="971a9ce4-f8fe-45be-a1b9-784e76a04f28" providerId="ADAL" clId="{1568960E-99E4-43FD-B24B-B2B40A92B039}" dt="2025-04-13T17:20:27.765" v="0"/>
          <ac:spMkLst>
            <pc:docMk/>
            <pc:sldMk cId="4053487561" sldId="419"/>
            <ac:spMk id="2" creationId="{08BD284A-8471-4545-A8B8-67DE5341AFCA}"/>
          </ac:spMkLst>
        </pc:spChg>
        <pc:spChg chg="mod">
          <ac:chgData name="Chivuno-Kuria, Shilumbe" userId="971a9ce4-f8fe-45be-a1b9-784e76a04f28" providerId="ADAL" clId="{1568960E-99E4-43FD-B24B-B2B40A92B039}" dt="2025-04-13T17:20:27.765" v="0"/>
          <ac:spMkLst>
            <pc:docMk/>
            <pc:sldMk cId="4053487561" sldId="419"/>
            <ac:spMk id="3" creationId="{80D22BF1-6947-409B-A0E4-ED7445387A38}"/>
          </ac:spMkLst>
        </pc:spChg>
      </pc:sldChg>
      <pc:sldChg chg="modSp mod">
        <pc:chgData name="Chivuno-Kuria, Shilumbe" userId="971a9ce4-f8fe-45be-a1b9-784e76a04f28" providerId="ADAL" clId="{1568960E-99E4-43FD-B24B-B2B40A92B039}" dt="2025-04-13T17:20:27.926" v="5" actId="27636"/>
        <pc:sldMkLst>
          <pc:docMk/>
          <pc:sldMk cId="1307525776" sldId="422"/>
        </pc:sldMkLst>
        <pc:spChg chg="mod">
          <ac:chgData name="Chivuno-Kuria, Shilumbe" userId="971a9ce4-f8fe-45be-a1b9-784e76a04f28" providerId="ADAL" clId="{1568960E-99E4-43FD-B24B-B2B40A92B039}" dt="2025-04-13T17:20:27.765" v="0"/>
          <ac:spMkLst>
            <pc:docMk/>
            <pc:sldMk cId="1307525776" sldId="422"/>
            <ac:spMk id="2" creationId="{1CD87F4D-94EF-4E2E-91A8-1CAC6247D0A6}"/>
          </ac:spMkLst>
        </pc:spChg>
        <pc:spChg chg="mod">
          <ac:chgData name="Chivuno-Kuria, Shilumbe" userId="971a9ce4-f8fe-45be-a1b9-784e76a04f28" providerId="ADAL" clId="{1568960E-99E4-43FD-B24B-B2B40A92B039}" dt="2025-04-13T17:20:27.926" v="5" actId="27636"/>
          <ac:spMkLst>
            <pc:docMk/>
            <pc:sldMk cId="1307525776" sldId="422"/>
            <ac:spMk id="3" creationId="{3344F8E5-986B-4C39-B031-8BCA87786E18}"/>
          </ac:spMkLst>
        </pc:spChg>
      </pc:sldChg>
      <pc:sldChg chg="modSp">
        <pc:chgData name="Chivuno-Kuria, Shilumbe" userId="971a9ce4-f8fe-45be-a1b9-784e76a04f28" providerId="ADAL" clId="{1568960E-99E4-43FD-B24B-B2B40A92B039}" dt="2025-04-13T17:20:27.765" v="0"/>
        <pc:sldMkLst>
          <pc:docMk/>
          <pc:sldMk cId="576274946" sldId="423"/>
        </pc:sldMkLst>
        <pc:spChg chg="mod">
          <ac:chgData name="Chivuno-Kuria, Shilumbe" userId="971a9ce4-f8fe-45be-a1b9-784e76a04f28" providerId="ADAL" clId="{1568960E-99E4-43FD-B24B-B2B40A92B039}" dt="2025-04-13T17:20:27.765" v="0"/>
          <ac:spMkLst>
            <pc:docMk/>
            <pc:sldMk cId="576274946" sldId="423"/>
            <ac:spMk id="2" creationId="{35B8EDF1-3675-48EF-941A-806760464B9C}"/>
          </ac:spMkLst>
        </pc:spChg>
        <pc:spChg chg="mod">
          <ac:chgData name="Chivuno-Kuria, Shilumbe" userId="971a9ce4-f8fe-45be-a1b9-784e76a04f28" providerId="ADAL" clId="{1568960E-99E4-43FD-B24B-B2B40A92B039}" dt="2025-04-13T17:20:27.765" v="0"/>
          <ac:spMkLst>
            <pc:docMk/>
            <pc:sldMk cId="576274946" sldId="423"/>
            <ac:spMk id="3" creationId="{2C58A200-EBED-4199-BADF-D27B52A7BFB4}"/>
          </ac:spMkLst>
        </pc:spChg>
      </pc:sldChg>
      <pc:sldChg chg="modSp">
        <pc:chgData name="Chivuno-Kuria, Shilumbe" userId="971a9ce4-f8fe-45be-a1b9-784e76a04f28" providerId="ADAL" clId="{1568960E-99E4-43FD-B24B-B2B40A92B039}" dt="2025-04-13T17:20:27.765" v="0"/>
        <pc:sldMkLst>
          <pc:docMk/>
          <pc:sldMk cId="898802968" sldId="424"/>
        </pc:sldMkLst>
        <pc:spChg chg="mod">
          <ac:chgData name="Chivuno-Kuria, Shilumbe" userId="971a9ce4-f8fe-45be-a1b9-784e76a04f28" providerId="ADAL" clId="{1568960E-99E4-43FD-B24B-B2B40A92B039}" dt="2025-04-13T17:20:27.765" v="0"/>
          <ac:spMkLst>
            <pc:docMk/>
            <pc:sldMk cId="898802968" sldId="424"/>
            <ac:spMk id="2" creationId="{FEB13312-2F6E-49B1-9D75-95BA865A38A1}"/>
          </ac:spMkLst>
        </pc:spChg>
        <pc:spChg chg="mod">
          <ac:chgData name="Chivuno-Kuria, Shilumbe" userId="971a9ce4-f8fe-45be-a1b9-784e76a04f28" providerId="ADAL" clId="{1568960E-99E4-43FD-B24B-B2B40A92B039}" dt="2025-04-13T17:20:27.765" v="0"/>
          <ac:spMkLst>
            <pc:docMk/>
            <pc:sldMk cId="898802968" sldId="424"/>
            <ac:spMk id="3" creationId="{A0962444-8EB1-4DD0-A124-AE0507090F5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FBBEE5-5EAE-4042-AD1C-1263BFF7BEC1}" type="datetimeFigureOut">
              <a:rPr lang="en-GB" smtClean="0"/>
              <a:t>13/04/2025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982039-69B0-4622-B8D2-88C609CDBF7A}" type="slidenum">
              <a:rPr lang="en-GB" smtClean="0"/>
              <a:t>‹#›</a:t>
            </a:fld>
            <a:endParaRPr lang="en-GB"/>
          </a:p>
        </p:txBody>
      </p:sp>
    </p:spTree>
    <p:extLst>
      <p:ext uri="{BB962C8B-B14F-4D97-AF65-F5344CB8AC3E}">
        <p14:creationId xmlns:p14="http://schemas.microsoft.com/office/powerpoint/2010/main" val="4207733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a:ln/>
        </p:spPr>
      </p:sp>
      <p:sp>
        <p:nvSpPr>
          <p:cNvPr id="69634" name="Notes Placeholder 2"/>
          <p:cNvSpPr>
            <a:spLocks noGrp="1"/>
          </p:cNvSpPr>
          <p:nvPr>
            <p:ph type="body" idx="1"/>
          </p:nvPr>
        </p:nvSpPr>
        <p:spPr>
          <a:noFill/>
          <a:ln/>
        </p:spPr>
        <p:txBody>
          <a:bodyPr/>
          <a:lstStyle/>
          <a:p>
            <a:pPr eaLnBrk="1" hangingPunct="1"/>
            <a:endParaRPr lang="en-US" dirty="0"/>
          </a:p>
        </p:txBody>
      </p:sp>
      <p:sp>
        <p:nvSpPr>
          <p:cNvPr id="69635" name="Slide Number Placeholder 3"/>
          <p:cNvSpPr>
            <a:spLocks noGrp="1"/>
          </p:cNvSpPr>
          <p:nvPr>
            <p:ph type="sldNum" sz="quarter" idx="5"/>
          </p:nvPr>
        </p:nvSpPr>
        <p:spPr>
          <a:noFill/>
        </p:spPr>
        <p:txBody>
          <a:bodyPr/>
          <a:lstStyle/>
          <a:p>
            <a:fld id="{7AD83B0E-C419-439C-BCD8-95DBE4BE41AE}" type="slidenum">
              <a:rPr lang="en-US" smtClean="0">
                <a:cs typeface="Arial" charset="0"/>
              </a:rPr>
              <a:pPr/>
              <a:t>14</a:t>
            </a:fld>
            <a:endParaRPr lang="en-US" dirty="0">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28466F6-4AE5-45B3-B669-C79F8D0A3238}"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221515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466F6-4AE5-45B3-B669-C79F8D0A3238}"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863210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8466F6-4AE5-45B3-B669-C79F8D0A3238}"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1511727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28466F6-4AE5-45B3-B669-C79F8D0A3238}"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2982241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8466F6-4AE5-45B3-B669-C79F8D0A3238}" type="datetimeFigureOut">
              <a:rPr lang="en-GB" smtClean="0"/>
              <a:t>13/04/2025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118839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8466F6-4AE5-45B3-B669-C79F8D0A3238}" type="datetimeFigureOut">
              <a:rPr lang="en-GB" smtClean="0"/>
              <a:t>13/04/2025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2278670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8466F6-4AE5-45B3-B669-C79F8D0A3238}" type="datetimeFigureOut">
              <a:rPr lang="en-GB" smtClean="0"/>
              <a:t>13/04/2025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1295969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466F6-4AE5-45B3-B669-C79F8D0A3238}"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37906067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28466F6-4AE5-45B3-B669-C79F8D0A3238}" type="datetimeFigureOut">
              <a:rPr lang="en-GB" smtClean="0"/>
              <a:t>13/04/2025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3003034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466F6-4AE5-45B3-B669-C79F8D0A3238}"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651708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28466F6-4AE5-45B3-B669-C79F8D0A3238}" type="datetimeFigureOut">
              <a:rPr lang="en-GB" smtClean="0"/>
              <a:t>13/04/2025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4425144-9E5F-49EF-8471-B5C97F0E38BA}" type="slidenum">
              <a:rPr lang="en-GB" smtClean="0"/>
              <a:t>‹#›</a:t>
            </a:fld>
            <a:endParaRPr lang="en-GB"/>
          </a:p>
        </p:txBody>
      </p:sp>
    </p:spTree>
    <p:extLst>
      <p:ext uri="{BB962C8B-B14F-4D97-AF65-F5344CB8AC3E}">
        <p14:creationId xmlns:p14="http://schemas.microsoft.com/office/powerpoint/2010/main" val="4044164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1" y="0"/>
            <a:ext cx="12192000" cy="3432240"/>
          </a:xfrm>
          <a:prstGeom prst="rect">
            <a:avLst/>
          </a:prstGeom>
        </p:spPr>
      </p:pic>
    </p:spTree>
    <p:extLst>
      <p:ext uri="{BB962C8B-B14F-4D97-AF65-F5344CB8AC3E}">
        <p14:creationId xmlns:p14="http://schemas.microsoft.com/office/powerpoint/2010/main" val="3825578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8466F6-4AE5-45B3-B669-C79F8D0A3238}" type="datetimeFigureOut">
              <a:rPr lang="en-GB" smtClean="0"/>
              <a:t>13/04/2025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425144-9E5F-49EF-8471-B5C97F0E38BA}" type="slidenum">
              <a:rPr lang="en-GB" smtClean="0"/>
              <a:t>‹#›</a:t>
            </a:fld>
            <a:endParaRPr lang="en-GB"/>
          </a:p>
        </p:txBody>
      </p:sp>
    </p:spTree>
    <p:extLst>
      <p:ext uri="{BB962C8B-B14F-4D97-AF65-F5344CB8AC3E}">
        <p14:creationId xmlns:p14="http://schemas.microsoft.com/office/powerpoint/2010/main" val="1519482982"/>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tutorialspoint.com/sql/sql-like-clause.htm"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578617" y="3434615"/>
            <a:ext cx="9132489" cy="3423386"/>
          </a:xfrm>
          <a:prstGeom prst="rect">
            <a:avLst/>
          </a:prstGeom>
        </p:spPr>
      </p:pic>
      <p:sp>
        <p:nvSpPr>
          <p:cNvPr id="5" name="TextBox 4"/>
          <p:cNvSpPr txBox="1"/>
          <p:nvPr/>
        </p:nvSpPr>
        <p:spPr>
          <a:xfrm>
            <a:off x="1651561" y="1716573"/>
            <a:ext cx="8319734" cy="92153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ZA" sz="2694" b="0" i="0" u="none" strike="noStrike" kern="1200" cap="none" spc="0" normalizeH="0" baseline="0" noProof="0" dirty="0">
                <a:ln>
                  <a:noFill/>
                </a:ln>
                <a:solidFill>
                  <a:srgbClr val="FFFFFF"/>
                </a:solidFill>
                <a:effectLst/>
                <a:uLnTx/>
                <a:uFillTx/>
                <a:latin typeface="Tw Cen MT" panose="020B0602020104020603"/>
                <a:ea typeface="+mn-ea"/>
                <a:cs typeface="+mn-cs"/>
              </a:rPr>
              <a:t>Week </a:t>
            </a:r>
            <a:r>
              <a:rPr lang="en-GB" sz="2694" dirty="0">
                <a:solidFill>
                  <a:srgbClr val="FFFFFF"/>
                </a:solidFill>
                <a:latin typeface="Tw Cen MT" panose="020B0602020104020603"/>
              </a:rPr>
              <a:t>9</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2694" b="0" i="0" u="none" strike="noStrike" kern="1200" cap="none" spc="0" normalizeH="0" baseline="0" noProof="0" dirty="0">
                <a:ln>
                  <a:noFill/>
                </a:ln>
                <a:solidFill>
                  <a:srgbClr val="FFFFFF"/>
                </a:solidFill>
                <a:effectLst/>
                <a:uLnTx/>
                <a:uFillTx/>
                <a:latin typeface="Tw Cen MT" panose="020B0602020104020603"/>
                <a:ea typeface="+mn-ea"/>
                <a:cs typeface="+mn-cs"/>
              </a:rPr>
              <a:t>More SQL Commands</a:t>
            </a:r>
            <a:endParaRPr kumimoji="0" lang="en-ZA" sz="2694"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
        <p:nvSpPr>
          <p:cNvPr id="7" name="TextBox 6"/>
          <p:cNvSpPr txBox="1"/>
          <p:nvPr/>
        </p:nvSpPr>
        <p:spPr>
          <a:xfrm>
            <a:off x="2765098" y="1242919"/>
            <a:ext cx="7193040" cy="36869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796" b="1" i="0" u="none" strike="noStrike" kern="1200" cap="none" spc="0" normalizeH="0" baseline="0" noProof="0">
                <a:ln>
                  <a:noFill/>
                </a:ln>
                <a:solidFill>
                  <a:srgbClr val="FFFFFF"/>
                </a:solidFill>
                <a:effectLst/>
                <a:uLnTx/>
                <a:uFillTx/>
                <a:latin typeface="RopaSoftPro-Regular"/>
                <a:ea typeface="+mn-ea"/>
                <a:cs typeface="+mn-cs"/>
              </a:rPr>
              <a:t>Faculty of Computing and Informatics</a:t>
            </a:r>
          </a:p>
        </p:txBody>
      </p:sp>
      <p:pic>
        <p:nvPicPr>
          <p:cNvPr id="9" name="Picture 8"/>
          <p:cNvPicPr>
            <a:picLocks noChangeAspect="1"/>
          </p:cNvPicPr>
          <p:nvPr/>
        </p:nvPicPr>
        <p:blipFill>
          <a:blip r:embed="rId3"/>
          <a:stretch>
            <a:fillRect/>
          </a:stretch>
        </p:blipFill>
        <p:spPr>
          <a:xfrm>
            <a:off x="8615736" y="3857374"/>
            <a:ext cx="2144373" cy="2634841"/>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199" y="756082"/>
            <a:ext cx="8229600" cy="1399032"/>
          </a:xfrm>
        </p:spPr>
        <p:txBody>
          <a:bodyPr>
            <a:normAutofit/>
          </a:bodyPr>
          <a:lstStyle/>
          <a:p>
            <a:r>
              <a:rPr lang="en-US" b="1" dirty="0"/>
              <a:t>Recap</a:t>
            </a:r>
          </a:p>
        </p:txBody>
      </p:sp>
      <p:sp>
        <p:nvSpPr>
          <p:cNvPr id="3" name="Content Placeholder 2"/>
          <p:cNvSpPr>
            <a:spLocks noGrp="1"/>
          </p:cNvSpPr>
          <p:nvPr>
            <p:ph idx="1"/>
          </p:nvPr>
        </p:nvSpPr>
        <p:spPr/>
        <p:txBody>
          <a:bodyPr>
            <a:normAutofit/>
          </a:bodyPr>
          <a:lstStyle/>
          <a:p>
            <a:r>
              <a:rPr lang="en-US" dirty="0"/>
              <a:t>Data Manipulation Language (DML) is the part of SQL used to manipulate data within objects of a relational database.</a:t>
            </a:r>
          </a:p>
          <a:p>
            <a:r>
              <a:rPr lang="en-US" dirty="0"/>
              <a:t>it is used to store, modify, retrieve, delete and update data in a database</a:t>
            </a:r>
          </a:p>
          <a:p>
            <a:r>
              <a:rPr lang="en-US" dirty="0"/>
              <a:t>The most basic DML commands:</a:t>
            </a:r>
          </a:p>
          <a:p>
            <a:r>
              <a:rPr lang="en-US" dirty="0">
                <a:solidFill>
                  <a:srgbClr val="FF0000"/>
                </a:solidFill>
              </a:rPr>
              <a:t>INSERT</a:t>
            </a:r>
            <a:r>
              <a:rPr lang="en-US" dirty="0"/>
              <a:t> - insert data into a table</a:t>
            </a:r>
          </a:p>
          <a:p>
            <a:r>
              <a:rPr lang="en-US" dirty="0">
                <a:solidFill>
                  <a:srgbClr val="FF0000"/>
                </a:solidFill>
              </a:rPr>
              <a:t>UPDATE</a:t>
            </a:r>
            <a:r>
              <a:rPr lang="en-US" dirty="0"/>
              <a:t> - updates existing data within a table</a:t>
            </a:r>
          </a:p>
          <a:p>
            <a:r>
              <a:rPr lang="en-US" dirty="0">
                <a:solidFill>
                  <a:srgbClr val="FF0000"/>
                </a:solidFill>
              </a:rPr>
              <a:t>DELETE</a:t>
            </a:r>
            <a:r>
              <a:rPr lang="en-US" dirty="0"/>
              <a:t> - Delete all records from a database table</a:t>
            </a:r>
          </a:p>
        </p:txBody>
      </p:sp>
      <p:sp>
        <p:nvSpPr>
          <p:cNvPr id="4" name="Slide Number Placeholder 3"/>
          <p:cNvSpPr>
            <a:spLocks noGrp="1"/>
          </p:cNvSpPr>
          <p:nvPr>
            <p:ph type="sldNum" sz="quarter" idx="12"/>
          </p:nvPr>
        </p:nvSpPr>
        <p:spPr/>
        <p:txBody>
          <a:bodyPr/>
          <a:lstStyle/>
          <a:p>
            <a:fld id="{D042E6EC-7A18-46C3-B247-1FCBC5A44817}" type="slidenum">
              <a:rPr lang="en-US" smtClean="0"/>
              <a:t>2</a:t>
            </a:fld>
            <a:endParaRPr lang="en-US"/>
          </a:p>
        </p:txBody>
      </p:sp>
    </p:spTree>
    <p:extLst>
      <p:ext uri="{BB962C8B-B14F-4D97-AF65-F5344CB8AC3E}">
        <p14:creationId xmlns:p14="http://schemas.microsoft.com/office/powerpoint/2010/main" val="2980558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75EC-A1B4-436D-AD02-454CDAA8F39D}"/>
              </a:ext>
            </a:extLst>
          </p:cNvPr>
          <p:cNvSpPr>
            <a:spLocks noGrp="1"/>
          </p:cNvSpPr>
          <p:nvPr>
            <p:ph type="title"/>
          </p:nvPr>
        </p:nvSpPr>
        <p:spPr/>
        <p:txBody>
          <a:bodyPr/>
          <a:lstStyle/>
          <a:p>
            <a:r>
              <a:rPr lang="en-US" b="1" dirty="0"/>
              <a:t>Recap</a:t>
            </a:r>
            <a:endParaRPr lang="en-GB" dirty="0"/>
          </a:p>
        </p:txBody>
      </p:sp>
      <p:sp>
        <p:nvSpPr>
          <p:cNvPr id="3" name="Content Placeholder 2">
            <a:extLst>
              <a:ext uri="{FF2B5EF4-FFF2-40B4-BE49-F238E27FC236}">
                <a16:creationId xmlns:a16="http://schemas.microsoft.com/office/drawing/2014/main" id="{77030C70-EC51-472F-B23A-62861D1AC072}"/>
              </a:ext>
            </a:extLst>
          </p:cNvPr>
          <p:cNvSpPr>
            <a:spLocks noGrp="1"/>
          </p:cNvSpPr>
          <p:nvPr>
            <p:ph sz="half" idx="1"/>
          </p:nvPr>
        </p:nvSpPr>
        <p:spPr/>
        <p:txBody>
          <a:bodyPr>
            <a:normAutofit fontScale="62500" lnSpcReduction="20000"/>
          </a:bodyPr>
          <a:lstStyle/>
          <a:p>
            <a:pPr marL="0" indent="0" algn="l">
              <a:buNone/>
            </a:pPr>
            <a:r>
              <a:rPr lang="en-US" dirty="0">
                <a:solidFill>
                  <a:srgbClr val="FF0000"/>
                </a:solidFill>
              </a:rPr>
              <a:t>INSERT INTO TABLE_NAME    </a:t>
            </a:r>
          </a:p>
          <a:p>
            <a:pPr marL="0" indent="0" algn="l">
              <a:buNone/>
            </a:pPr>
            <a:r>
              <a:rPr lang="en-US" dirty="0">
                <a:solidFill>
                  <a:srgbClr val="FF0000"/>
                </a:solidFill>
              </a:rPr>
              <a:t>(col1, col2, col3,.... col N)  </a:t>
            </a:r>
          </a:p>
          <a:p>
            <a:pPr marL="0" indent="0" algn="l">
              <a:buNone/>
            </a:pPr>
            <a:r>
              <a:rPr lang="en-US" dirty="0">
                <a:solidFill>
                  <a:srgbClr val="FF0000"/>
                </a:solidFill>
              </a:rPr>
              <a:t>VALUES (value1, value2, value3, .... </a:t>
            </a:r>
            <a:r>
              <a:rPr lang="en-US" dirty="0" err="1">
                <a:solidFill>
                  <a:srgbClr val="FF0000"/>
                </a:solidFill>
              </a:rPr>
              <a:t>valueN</a:t>
            </a:r>
            <a:r>
              <a:rPr lang="en-US" dirty="0">
                <a:solidFill>
                  <a:srgbClr val="FF0000"/>
                </a:solidFill>
              </a:rPr>
              <a:t>); </a:t>
            </a:r>
          </a:p>
          <a:p>
            <a:pPr marL="0" indent="0" algn="l">
              <a:buNone/>
            </a:pPr>
            <a:endParaRPr lang="en-US" dirty="0"/>
          </a:p>
          <a:p>
            <a:pPr marL="0" indent="0" algn="l">
              <a:buNone/>
            </a:pPr>
            <a:r>
              <a:rPr lang="en-US" dirty="0">
                <a:solidFill>
                  <a:srgbClr val="7030A0"/>
                </a:solidFill>
              </a:rPr>
              <a:t>INSERT INTO TABLE_NAME    </a:t>
            </a:r>
          </a:p>
          <a:p>
            <a:pPr marL="0" indent="0" algn="l">
              <a:buNone/>
            </a:pPr>
            <a:r>
              <a:rPr lang="en-US" dirty="0">
                <a:solidFill>
                  <a:srgbClr val="7030A0"/>
                </a:solidFill>
              </a:rPr>
              <a:t>VALUES (value1, value2, value3, .... </a:t>
            </a:r>
            <a:r>
              <a:rPr lang="en-US" dirty="0" err="1">
                <a:solidFill>
                  <a:srgbClr val="7030A0"/>
                </a:solidFill>
              </a:rPr>
              <a:t>valueN</a:t>
            </a:r>
            <a:r>
              <a:rPr lang="en-US" dirty="0">
                <a:solidFill>
                  <a:srgbClr val="7030A0"/>
                </a:solidFill>
              </a:rPr>
              <a:t>); </a:t>
            </a:r>
          </a:p>
          <a:p>
            <a:endParaRPr lang="en-GB" dirty="0"/>
          </a:p>
        </p:txBody>
      </p:sp>
      <p:sp>
        <p:nvSpPr>
          <p:cNvPr id="4" name="Content Placeholder 3">
            <a:extLst>
              <a:ext uri="{FF2B5EF4-FFF2-40B4-BE49-F238E27FC236}">
                <a16:creationId xmlns:a16="http://schemas.microsoft.com/office/drawing/2014/main" id="{1EF0CF65-53F5-4AB4-856E-F30B06897083}"/>
              </a:ext>
            </a:extLst>
          </p:cNvPr>
          <p:cNvSpPr>
            <a:spLocks noGrp="1"/>
          </p:cNvSpPr>
          <p:nvPr>
            <p:ph sz="half" idx="2"/>
          </p:nvPr>
        </p:nvSpPr>
        <p:spPr>
          <a:xfrm>
            <a:off x="6175250" y="2560320"/>
            <a:ext cx="4718304" cy="3310128"/>
          </a:xfrm>
        </p:spPr>
        <p:txBody>
          <a:bodyPr>
            <a:normAutofit fontScale="62500" lnSpcReduction="20000"/>
          </a:bodyPr>
          <a:lstStyle/>
          <a:p>
            <a:r>
              <a:rPr lang="en-US" dirty="0"/>
              <a:t>The INSERT statement is used to insert data into a row in a table, use one of these</a:t>
            </a:r>
          </a:p>
          <a:p>
            <a:r>
              <a:rPr lang="en-US" dirty="0"/>
              <a:t>The list of values must match the table structure exactly in the number of attributes and the data type of each attribute.</a:t>
            </a:r>
            <a:endParaRPr lang="en-GB" dirty="0"/>
          </a:p>
          <a:p>
            <a:r>
              <a:rPr lang="en-GB" dirty="0" err="1"/>
              <a:t>Tablename</a:t>
            </a:r>
            <a:r>
              <a:rPr lang="en-GB" dirty="0"/>
              <a:t>- is the table you want to insert data into</a:t>
            </a:r>
          </a:p>
          <a:p>
            <a:r>
              <a:rPr lang="en-GB" dirty="0" err="1"/>
              <a:t>Columnname</a:t>
            </a:r>
            <a:r>
              <a:rPr lang="en-GB" dirty="0"/>
              <a:t>- name of column as defined in the table</a:t>
            </a:r>
          </a:p>
          <a:p>
            <a:r>
              <a:rPr lang="en-GB" dirty="0"/>
              <a:t>Values- the value you want to insert into that column</a:t>
            </a:r>
          </a:p>
        </p:txBody>
      </p:sp>
    </p:spTree>
    <p:extLst>
      <p:ext uri="{BB962C8B-B14F-4D97-AF65-F5344CB8AC3E}">
        <p14:creationId xmlns:p14="http://schemas.microsoft.com/office/powerpoint/2010/main" val="3042167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18F1-8CB2-433B-BE15-1DBE5CE4E10A}"/>
              </a:ext>
            </a:extLst>
          </p:cNvPr>
          <p:cNvSpPr>
            <a:spLocks noGrp="1"/>
          </p:cNvSpPr>
          <p:nvPr>
            <p:ph type="title"/>
          </p:nvPr>
        </p:nvSpPr>
        <p:spPr/>
        <p:txBody>
          <a:bodyPr/>
          <a:lstStyle/>
          <a:p>
            <a:r>
              <a:rPr lang="en-US" dirty="0"/>
              <a:t>Objectives </a:t>
            </a:r>
            <a:endParaRPr lang="en-GB" dirty="0"/>
          </a:p>
        </p:txBody>
      </p:sp>
      <p:sp>
        <p:nvSpPr>
          <p:cNvPr id="3" name="Content Placeholder 2">
            <a:extLst>
              <a:ext uri="{FF2B5EF4-FFF2-40B4-BE49-F238E27FC236}">
                <a16:creationId xmlns:a16="http://schemas.microsoft.com/office/drawing/2014/main" id="{311FEE62-909A-438D-8871-08AC182C7719}"/>
              </a:ext>
            </a:extLst>
          </p:cNvPr>
          <p:cNvSpPr>
            <a:spLocks noGrp="1"/>
          </p:cNvSpPr>
          <p:nvPr>
            <p:ph idx="1"/>
          </p:nvPr>
        </p:nvSpPr>
        <p:spPr/>
        <p:txBody>
          <a:bodyPr/>
          <a:lstStyle/>
          <a:p>
            <a:pPr marL="0" indent="0">
              <a:buNone/>
            </a:pPr>
            <a:r>
              <a:rPr lang="en-US" dirty="0"/>
              <a:t>By the end of this lesson, students should be able to :</a:t>
            </a:r>
          </a:p>
          <a:p>
            <a:r>
              <a:rPr lang="en-US" dirty="0"/>
              <a:t>Use the SELECT command </a:t>
            </a:r>
          </a:p>
          <a:p>
            <a:r>
              <a:rPr lang="en-US" dirty="0"/>
              <a:t>Use various clauses with SELECT</a:t>
            </a:r>
          </a:p>
          <a:p>
            <a:r>
              <a:rPr lang="en-US" dirty="0"/>
              <a:t>Extract data from various relations</a:t>
            </a:r>
          </a:p>
          <a:p>
            <a:endParaRPr lang="en-US" dirty="0"/>
          </a:p>
          <a:p>
            <a:endParaRPr lang="en-US" dirty="0"/>
          </a:p>
          <a:p>
            <a:endParaRPr lang="en-GB" dirty="0"/>
          </a:p>
        </p:txBody>
      </p:sp>
    </p:spTree>
    <p:extLst>
      <p:ext uri="{BB962C8B-B14F-4D97-AF65-F5344CB8AC3E}">
        <p14:creationId xmlns:p14="http://schemas.microsoft.com/office/powerpoint/2010/main" val="1233792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CB2AF-B56D-4464-A0FA-4E9D659FB181}"/>
              </a:ext>
            </a:extLst>
          </p:cNvPr>
          <p:cNvSpPr>
            <a:spLocks noGrp="1"/>
          </p:cNvSpPr>
          <p:nvPr>
            <p:ph type="title"/>
          </p:nvPr>
        </p:nvSpPr>
        <p:spPr/>
        <p:txBody>
          <a:bodyPr/>
          <a:lstStyle/>
          <a:p>
            <a:r>
              <a:rPr lang="en-US" dirty="0"/>
              <a:t>Student Relation</a:t>
            </a:r>
            <a:endParaRPr lang="en-GB" dirty="0"/>
          </a:p>
        </p:txBody>
      </p:sp>
      <p:sp>
        <p:nvSpPr>
          <p:cNvPr id="3" name="Content Placeholder 2">
            <a:extLst>
              <a:ext uri="{FF2B5EF4-FFF2-40B4-BE49-F238E27FC236}">
                <a16:creationId xmlns:a16="http://schemas.microsoft.com/office/drawing/2014/main" id="{B93E324F-1659-48BB-ADE8-7048D89DF85A}"/>
              </a:ext>
            </a:extLst>
          </p:cNvPr>
          <p:cNvSpPr>
            <a:spLocks noGrp="1"/>
          </p:cNvSpPr>
          <p:nvPr>
            <p:ph idx="1"/>
          </p:nvPr>
        </p:nvSpPr>
        <p:spPr/>
        <p:txBody>
          <a:bodyPr/>
          <a:lstStyle/>
          <a:p>
            <a:r>
              <a:rPr lang="en-US" dirty="0"/>
              <a:t>Consider this relation for illustrations in this lesson</a:t>
            </a:r>
          </a:p>
          <a:p>
            <a:pPr marL="0" indent="0">
              <a:buNone/>
            </a:pPr>
            <a:r>
              <a:rPr lang="en-US" dirty="0"/>
              <a:t>Student</a:t>
            </a:r>
          </a:p>
          <a:p>
            <a:pPr marL="0" indent="0">
              <a:buNone/>
            </a:pPr>
            <a:endParaRPr lang="en-GB" dirty="0"/>
          </a:p>
        </p:txBody>
      </p:sp>
      <p:graphicFrame>
        <p:nvGraphicFramePr>
          <p:cNvPr id="6" name="Table 6">
            <a:extLst>
              <a:ext uri="{FF2B5EF4-FFF2-40B4-BE49-F238E27FC236}">
                <a16:creationId xmlns:a16="http://schemas.microsoft.com/office/drawing/2014/main" id="{F9014797-E5CF-4698-8032-2BA3D8EC0F8D}"/>
              </a:ext>
            </a:extLst>
          </p:cNvPr>
          <p:cNvGraphicFramePr>
            <a:graphicFrameLocks noGrp="1"/>
          </p:cNvGraphicFramePr>
          <p:nvPr>
            <p:extLst>
              <p:ext uri="{D42A27DB-BD31-4B8C-83A1-F6EECF244321}">
                <p14:modId xmlns:p14="http://schemas.microsoft.com/office/powerpoint/2010/main" val="2158540436"/>
              </p:ext>
            </p:extLst>
          </p:nvPr>
        </p:nvGraphicFramePr>
        <p:xfrm>
          <a:off x="1295401" y="3587153"/>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1308037"/>
                    </a:ext>
                  </a:extLst>
                </a:gridCol>
                <a:gridCol w="2709333">
                  <a:extLst>
                    <a:ext uri="{9D8B030D-6E8A-4147-A177-3AD203B41FA5}">
                      <a16:colId xmlns:a16="http://schemas.microsoft.com/office/drawing/2014/main" val="561974064"/>
                    </a:ext>
                  </a:extLst>
                </a:gridCol>
                <a:gridCol w="2709333">
                  <a:extLst>
                    <a:ext uri="{9D8B030D-6E8A-4147-A177-3AD203B41FA5}">
                      <a16:colId xmlns:a16="http://schemas.microsoft.com/office/drawing/2014/main" val="925593615"/>
                    </a:ext>
                  </a:extLst>
                </a:gridCol>
              </a:tblGrid>
              <a:tr h="370840">
                <a:tc>
                  <a:txBody>
                    <a:bodyPr/>
                    <a:lstStyle/>
                    <a:p>
                      <a:r>
                        <a:rPr lang="en-US" dirty="0" err="1"/>
                        <a:t>studentno</a:t>
                      </a:r>
                      <a:endParaRPr lang="en-GB" dirty="0"/>
                    </a:p>
                  </a:txBody>
                  <a:tcPr/>
                </a:tc>
                <a:tc>
                  <a:txBody>
                    <a:bodyPr/>
                    <a:lstStyle/>
                    <a:p>
                      <a:r>
                        <a:rPr lang="en-US" dirty="0" err="1"/>
                        <a:t>Given_Name</a:t>
                      </a:r>
                      <a:endParaRPr lang="en-GB" dirty="0"/>
                    </a:p>
                  </a:txBody>
                  <a:tcPr/>
                </a:tc>
                <a:tc>
                  <a:txBody>
                    <a:bodyPr/>
                    <a:lstStyle/>
                    <a:p>
                      <a:r>
                        <a:rPr lang="en-US" dirty="0" err="1"/>
                        <a:t>Last_Name</a:t>
                      </a:r>
                      <a:endParaRPr lang="en-GB" dirty="0"/>
                    </a:p>
                  </a:txBody>
                  <a:tcPr/>
                </a:tc>
                <a:extLst>
                  <a:ext uri="{0D108BD9-81ED-4DB2-BD59-A6C34878D82A}">
                    <a16:rowId xmlns:a16="http://schemas.microsoft.com/office/drawing/2014/main" val="2587657177"/>
                  </a:ext>
                </a:extLst>
              </a:tr>
              <a:tr h="370840">
                <a:tc>
                  <a:txBody>
                    <a:bodyPr/>
                    <a:lstStyle/>
                    <a:p>
                      <a:r>
                        <a:rPr lang="en-US" dirty="0"/>
                        <a:t>22226789</a:t>
                      </a:r>
                      <a:endParaRPr lang="en-GB" dirty="0"/>
                    </a:p>
                  </a:txBody>
                  <a:tcPr/>
                </a:tc>
                <a:tc>
                  <a:txBody>
                    <a:bodyPr/>
                    <a:lstStyle/>
                    <a:p>
                      <a:r>
                        <a:rPr lang="en-US" dirty="0"/>
                        <a:t>Tiffany</a:t>
                      </a:r>
                      <a:endParaRPr lang="en-GB" dirty="0"/>
                    </a:p>
                  </a:txBody>
                  <a:tcPr/>
                </a:tc>
                <a:tc>
                  <a:txBody>
                    <a:bodyPr/>
                    <a:lstStyle/>
                    <a:p>
                      <a:r>
                        <a:rPr lang="en-US" dirty="0"/>
                        <a:t>Andreas</a:t>
                      </a:r>
                      <a:endParaRPr lang="en-GB" dirty="0"/>
                    </a:p>
                  </a:txBody>
                  <a:tcPr/>
                </a:tc>
                <a:extLst>
                  <a:ext uri="{0D108BD9-81ED-4DB2-BD59-A6C34878D82A}">
                    <a16:rowId xmlns:a16="http://schemas.microsoft.com/office/drawing/2014/main" val="2962803717"/>
                  </a:ext>
                </a:extLst>
              </a:tr>
              <a:tr h="370840">
                <a:tc>
                  <a:txBody>
                    <a:bodyPr/>
                    <a:lstStyle/>
                    <a:p>
                      <a:r>
                        <a:rPr lang="en-US" dirty="0"/>
                        <a:t>22345678</a:t>
                      </a:r>
                      <a:endParaRPr lang="en-GB" dirty="0"/>
                    </a:p>
                  </a:txBody>
                  <a:tcPr/>
                </a:tc>
                <a:tc>
                  <a:txBody>
                    <a:bodyPr/>
                    <a:lstStyle/>
                    <a:p>
                      <a:r>
                        <a:rPr lang="en-US" dirty="0"/>
                        <a:t>John </a:t>
                      </a:r>
                      <a:endParaRPr lang="en-GB" dirty="0"/>
                    </a:p>
                  </a:txBody>
                  <a:tcPr/>
                </a:tc>
                <a:tc>
                  <a:txBody>
                    <a:bodyPr/>
                    <a:lstStyle/>
                    <a:p>
                      <a:r>
                        <a:rPr lang="en-US" dirty="0"/>
                        <a:t>James</a:t>
                      </a:r>
                      <a:endParaRPr lang="en-GB" dirty="0"/>
                    </a:p>
                  </a:txBody>
                  <a:tcPr/>
                </a:tc>
                <a:extLst>
                  <a:ext uri="{0D108BD9-81ED-4DB2-BD59-A6C34878D82A}">
                    <a16:rowId xmlns:a16="http://schemas.microsoft.com/office/drawing/2014/main" val="1155145641"/>
                  </a:ext>
                </a:extLst>
              </a:tr>
              <a:tr h="370840">
                <a:tc>
                  <a:txBody>
                    <a:bodyPr/>
                    <a:lstStyle/>
                    <a:p>
                      <a:r>
                        <a:rPr lang="en-US" dirty="0"/>
                        <a:t>23478961</a:t>
                      </a:r>
                      <a:endParaRPr lang="en-GB" dirty="0"/>
                    </a:p>
                  </a:txBody>
                  <a:tcPr/>
                </a:tc>
                <a:tc>
                  <a:txBody>
                    <a:bodyPr/>
                    <a:lstStyle/>
                    <a:p>
                      <a:r>
                        <a:rPr lang="en-US" dirty="0"/>
                        <a:t>Susan</a:t>
                      </a:r>
                      <a:endParaRPr lang="en-GB" dirty="0"/>
                    </a:p>
                  </a:txBody>
                  <a:tcPr/>
                </a:tc>
                <a:tc>
                  <a:txBody>
                    <a:bodyPr/>
                    <a:lstStyle/>
                    <a:p>
                      <a:r>
                        <a:rPr lang="en-US" dirty="0"/>
                        <a:t>Peters</a:t>
                      </a:r>
                      <a:endParaRPr lang="en-GB" dirty="0"/>
                    </a:p>
                  </a:txBody>
                  <a:tcPr/>
                </a:tc>
                <a:extLst>
                  <a:ext uri="{0D108BD9-81ED-4DB2-BD59-A6C34878D82A}">
                    <a16:rowId xmlns:a16="http://schemas.microsoft.com/office/drawing/2014/main" val="2226963517"/>
                  </a:ext>
                </a:extLst>
              </a:tr>
              <a:tr h="370840">
                <a:tc>
                  <a:txBody>
                    <a:bodyPr/>
                    <a:lstStyle/>
                    <a:p>
                      <a:r>
                        <a:rPr lang="en-US" dirty="0"/>
                        <a:t>24571234</a:t>
                      </a:r>
                      <a:endParaRPr lang="en-GB" dirty="0"/>
                    </a:p>
                  </a:txBody>
                  <a:tcPr/>
                </a:tc>
                <a:tc>
                  <a:txBody>
                    <a:bodyPr/>
                    <a:lstStyle/>
                    <a:p>
                      <a:r>
                        <a:rPr lang="en-US" dirty="0"/>
                        <a:t>Joseph </a:t>
                      </a:r>
                      <a:endParaRPr lang="en-GB" dirty="0"/>
                    </a:p>
                  </a:txBody>
                  <a:tcPr/>
                </a:tc>
                <a:tc>
                  <a:txBody>
                    <a:bodyPr/>
                    <a:lstStyle/>
                    <a:p>
                      <a:r>
                        <a:rPr lang="en-US" dirty="0"/>
                        <a:t>James</a:t>
                      </a:r>
                      <a:endParaRPr lang="en-GB" dirty="0"/>
                    </a:p>
                  </a:txBody>
                  <a:tcPr/>
                </a:tc>
                <a:extLst>
                  <a:ext uri="{0D108BD9-81ED-4DB2-BD59-A6C34878D82A}">
                    <a16:rowId xmlns:a16="http://schemas.microsoft.com/office/drawing/2014/main" val="388043744"/>
                  </a:ext>
                </a:extLst>
              </a:tr>
            </a:tbl>
          </a:graphicData>
        </a:graphic>
      </p:graphicFrame>
    </p:spTree>
    <p:extLst>
      <p:ext uri="{BB962C8B-B14F-4D97-AF65-F5344CB8AC3E}">
        <p14:creationId xmlns:p14="http://schemas.microsoft.com/office/powerpoint/2010/main" val="213535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F9AA-74F8-42B3-BE08-A6BB83003DE8}"/>
              </a:ext>
            </a:extLst>
          </p:cNvPr>
          <p:cNvSpPr>
            <a:spLocks noGrp="1"/>
          </p:cNvSpPr>
          <p:nvPr>
            <p:ph type="title"/>
          </p:nvPr>
        </p:nvSpPr>
        <p:spPr/>
        <p:txBody>
          <a:bodyPr/>
          <a:lstStyle/>
          <a:p>
            <a:r>
              <a:rPr lang="en-US" dirty="0"/>
              <a:t>SELECT</a:t>
            </a:r>
            <a:endParaRPr lang="en-GB" dirty="0"/>
          </a:p>
        </p:txBody>
      </p:sp>
      <p:sp>
        <p:nvSpPr>
          <p:cNvPr id="3" name="Content Placeholder 2">
            <a:extLst>
              <a:ext uri="{FF2B5EF4-FFF2-40B4-BE49-F238E27FC236}">
                <a16:creationId xmlns:a16="http://schemas.microsoft.com/office/drawing/2014/main" id="{01373580-FC72-4A98-8B17-9B827F0CD1AB}"/>
              </a:ext>
            </a:extLst>
          </p:cNvPr>
          <p:cNvSpPr>
            <a:spLocks noGrp="1"/>
          </p:cNvSpPr>
          <p:nvPr>
            <p:ph idx="1"/>
          </p:nvPr>
        </p:nvSpPr>
        <p:spPr>
          <a:xfrm>
            <a:off x="1171113" y="2414889"/>
            <a:ext cx="9601196" cy="3318936"/>
          </a:xfrm>
        </p:spPr>
        <p:txBody>
          <a:bodyPr>
            <a:normAutofit fontScale="92500" lnSpcReduction="10000"/>
          </a:bodyPr>
          <a:lstStyle/>
          <a:p>
            <a:r>
              <a:rPr lang="en-US" dirty="0"/>
              <a:t>To retrieve data from the database we can use the SELECT command</a:t>
            </a:r>
          </a:p>
          <a:p>
            <a:r>
              <a:rPr lang="en-US" dirty="0"/>
              <a:t>SELECT will retrieve information from the database that matches the specified criteria using the SELECT/FROM/WHERE framework.</a:t>
            </a:r>
          </a:p>
          <a:p>
            <a:pPr marL="0" indent="0">
              <a:buNone/>
            </a:pPr>
            <a:r>
              <a:rPr lang="en-US" dirty="0"/>
              <a:t>SELECT </a:t>
            </a:r>
          </a:p>
          <a:p>
            <a:pPr marL="0" indent="0">
              <a:buNone/>
            </a:pPr>
            <a:r>
              <a:rPr lang="en-US" dirty="0"/>
              <a:t>FROM</a:t>
            </a:r>
          </a:p>
          <a:p>
            <a:pPr marL="0" indent="0">
              <a:buNone/>
            </a:pPr>
            <a:r>
              <a:rPr lang="en-US" dirty="0"/>
              <a:t>WHERE</a:t>
            </a:r>
          </a:p>
          <a:p>
            <a:r>
              <a:rPr lang="en-GB" dirty="0"/>
              <a:t>When you want to retrieve data based on certain criteria, the WHERE clause comes in handy allowing you to specify the condition.</a:t>
            </a:r>
          </a:p>
          <a:p>
            <a:endParaRPr lang="en-US" dirty="0"/>
          </a:p>
          <a:p>
            <a:endParaRPr lang="en-US" dirty="0"/>
          </a:p>
        </p:txBody>
      </p:sp>
    </p:spTree>
    <p:extLst>
      <p:ext uri="{BB962C8B-B14F-4D97-AF65-F5344CB8AC3E}">
        <p14:creationId xmlns:p14="http://schemas.microsoft.com/office/powerpoint/2010/main" val="1543454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34C69-0F8A-4032-892E-A6BB49F56549}"/>
              </a:ext>
            </a:extLst>
          </p:cNvPr>
          <p:cNvSpPr>
            <a:spLocks noGrp="1"/>
          </p:cNvSpPr>
          <p:nvPr>
            <p:ph type="title"/>
          </p:nvPr>
        </p:nvSpPr>
        <p:spPr/>
        <p:txBody>
          <a:bodyPr/>
          <a:lstStyle/>
          <a:p>
            <a:r>
              <a:rPr lang="en-US" dirty="0"/>
              <a:t>SELECT</a:t>
            </a:r>
            <a:endParaRPr lang="en-GB" dirty="0"/>
          </a:p>
        </p:txBody>
      </p:sp>
      <p:sp>
        <p:nvSpPr>
          <p:cNvPr id="3" name="Content Placeholder 2">
            <a:extLst>
              <a:ext uri="{FF2B5EF4-FFF2-40B4-BE49-F238E27FC236}">
                <a16:creationId xmlns:a16="http://schemas.microsoft.com/office/drawing/2014/main" id="{0D133754-3AAE-4E07-94A6-55921D7C1AA7}"/>
              </a:ext>
            </a:extLst>
          </p:cNvPr>
          <p:cNvSpPr>
            <a:spLocks noGrp="1"/>
          </p:cNvSpPr>
          <p:nvPr>
            <p:ph idx="1"/>
          </p:nvPr>
        </p:nvSpPr>
        <p:spPr/>
        <p:txBody>
          <a:bodyPr>
            <a:normAutofit/>
          </a:bodyPr>
          <a:lstStyle/>
          <a:p>
            <a:r>
              <a:rPr lang="en-US" dirty="0"/>
              <a:t>A query pulls information from one or more relations and creates (temporarily) a new relation.</a:t>
            </a:r>
          </a:p>
          <a:p>
            <a:r>
              <a:rPr lang="en-US" dirty="0"/>
              <a:t>A SQL query is a “select-from-where” expression </a:t>
            </a:r>
          </a:p>
          <a:p>
            <a:r>
              <a:rPr lang="en-US" dirty="0"/>
              <a:t> Nested subqueries are “select-from-where” expressions embedded within another </a:t>
            </a:r>
            <a:r>
              <a:rPr lang="en-US" dirty="0" err="1"/>
              <a:t>quer</a:t>
            </a:r>
            <a:endParaRPr lang="en-US" dirty="0"/>
          </a:p>
          <a:p>
            <a:r>
              <a:rPr lang="en-US" dirty="0"/>
              <a:t>This allows a query to: </a:t>
            </a:r>
          </a:p>
          <a:p>
            <a:pPr lvl="1"/>
            <a:r>
              <a:rPr lang="en-US" dirty="0"/>
              <a:t>Create a new relation</a:t>
            </a:r>
          </a:p>
          <a:p>
            <a:pPr lvl="1"/>
            <a:r>
              <a:rPr lang="en-US" dirty="0"/>
              <a:t>Feed information to another query (as a “sub-query”)</a:t>
            </a:r>
          </a:p>
          <a:p>
            <a:endParaRPr lang="en-GB" dirty="0"/>
          </a:p>
        </p:txBody>
      </p:sp>
    </p:spTree>
    <p:extLst>
      <p:ext uri="{BB962C8B-B14F-4D97-AF65-F5344CB8AC3E}">
        <p14:creationId xmlns:p14="http://schemas.microsoft.com/office/powerpoint/2010/main" val="2945085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DCD6C-5AEB-47B5-AD2A-D54CFBDB0150}"/>
              </a:ext>
            </a:extLst>
          </p:cNvPr>
          <p:cNvSpPr>
            <a:spLocks noGrp="1"/>
          </p:cNvSpPr>
          <p:nvPr>
            <p:ph type="title"/>
          </p:nvPr>
        </p:nvSpPr>
        <p:spPr/>
        <p:txBody>
          <a:bodyPr/>
          <a:lstStyle/>
          <a:p>
            <a:r>
              <a:rPr lang="en-US" dirty="0"/>
              <a:t>SELECT …WHERE</a:t>
            </a:r>
            <a:endParaRPr lang="en-GB" dirty="0"/>
          </a:p>
        </p:txBody>
      </p:sp>
      <p:sp>
        <p:nvSpPr>
          <p:cNvPr id="3" name="Content Placeholder 2">
            <a:extLst>
              <a:ext uri="{FF2B5EF4-FFF2-40B4-BE49-F238E27FC236}">
                <a16:creationId xmlns:a16="http://schemas.microsoft.com/office/drawing/2014/main" id="{6DEB9C9B-54E4-4A69-AEA4-C890F8B2491D}"/>
              </a:ext>
            </a:extLst>
          </p:cNvPr>
          <p:cNvSpPr>
            <a:spLocks noGrp="1"/>
          </p:cNvSpPr>
          <p:nvPr>
            <p:ph sz="half" idx="1"/>
          </p:nvPr>
        </p:nvSpPr>
        <p:spPr/>
        <p:txBody>
          <a:bodyPr>
            <a:normAutofit/>
          </a:bodyPr>
          <a:lstStyle/>
          <a:p>
            <a:pPr marL="0" indent="0">
              <a:buNone/>
            </a:pPr>
            <a:r>
              <a:rPr lang="en-US" dirty="0">
                <a:solidFill>
                  <a:srgbClr val="FF0000"/>
                </a:solidFill>
              </a:rPr>
              <a:t>SELECT col1,col2,…</a:t>
            </a:r>
            <a:r>
              <a:rPr lang="en-US" dirty="0" err="1">
                <a:solidFill>
                  <a:srgbClr val="FF0000"/>
                </a:solidFill>
              </a:rPr>
              <a:t>coln</a:t>
            </a:r>
            <a:endParaRPr lang="en-US" dirty="0">
              <a:solidFill>
                <a:srgbClr val="FF0000"/>
              </a:solidFill>
            </a:endParaRPr>
          </a:p>
          <a:p>
            <a:pPr marL="0" indent="0">
              <a:buNone/>
            </a:pPr>
            <a:r>
              <a:rPr lang="en-US" dirty="0">
                <a:solidFill>
                  <a:srgbClr val="FF0000"/>
                </a:solidFill>
              </a:rPr>
              <a:t>FROM </a:t>
            </a:r>
            <a:r>
              <a:rPr lang="en-US" dirty="0" err="1">
                <a:solidFill>
                  <a:srgbClr val="FF0000"/>
                </a:solidFill>
              </a:rPr>
              <a:t>tablename</a:t>
            </a:r>
            <a:r>
              <a:rPr lang="en-US" dirty="0">
                <a:solidFill>
                  <a:srgbClr val="FF0000"/>
                </a:solidFill>
              </a:rPr>
              <a:t>;</a:t>
            </a:r>
          </a:p>
          <a:p>
            <a:pPr marL="0" indent="0">
              <a:buNone/>
            </a:pPr>
            <a:r>
              <a:rPr lang="en-US" dirty="0">
                <a:solidFill>
                  <a:srgbClr val="7030A0"/>
                </a:solidFill>
              </a:rPr>
              <a:t>SELECT col1,col2,…</a:t>
            </a:r>
            <a:r>
              <a:rPr lang="en-US" dirty="0" err="1">
                <a:solidFill>
                  <a:srgbClr val="7030A0"/>
                </a:solidFill>
              </a:rPr>
              <a:t>coln</a:t>
            </a:r>
            <a:endParaRPr lang="en-US" dirty="0">
              <a:solidFill>
                <a:srgbClr val="7030A0"/>
              </a:solidFill>
            </a:endParaRPr>
          </a:p>
          <a:p>
            <a:pPr marL="0" indent="0">
              <a:buNone/>
            </a:pPr>
            <a:r>
              <a:rPr lang="en-US" dirty="0">
                <a:solidFill>
                  <a:srgbClr val="7030A0"/>
                </a:solidFill>
              </a:rPr>
              <a:t>FROM </a:t>
            </a:r>
            <a:r>
              <a:rPr lang="en-US" dirty="0" err="1">
                <a:solidFill>
                  <a:srgbClr val="7030A0"/>
                </a:solidFill>
              </a:rPr>
              <a:t>tablename</a:t>
            </a:r>
            <a:endParaRPr lang="en-US" dirty="0">
              <a:solidFill>
                <a:srgbClr val="7030A0"/>
              </a:solidFill>
            </a:endParaRPr>
          </a:p>
          <a:p>
            <a:pPr marL="0" indent="0">
              <a:buNone/>
            </a:pPr>
            <a:r>
              <a:rPr lang="en-US" dirty="0">
                <a:solidFill>
                  <a:srgbClr val="7030A0"/>
                </a:solidFill>
              </a:rPr>
              <a:t>WHERE condition;</a:t>
            </a:r>
          </a:p>
          <a:p>
            <a:pPr marL="0" indent="0">
              <a:buNone/>
            </a:pPr>
            <a:endParaRPr lang="en-GB" dirty="0">
              <a:solidFill>
                <a:srgbClr val="00B050"/>
              </a:solidFill>
            </a:endParaRPr>
          </a:p>
        </p:txBody>
      </p:sp>
      <p:sp>
        <p:nvSpPr>
          <p:cNvPr id="4" name="Content Placeholder 3">
            <a:extLst>
              <a:ext uri="{FF2B5EF4-FFF2-40B4-BE49-F238E27FC236}">
                <a16:creationId xmlns:a16="http://schemas.microsoft.com/office/drawing/2014/main" id="{09183228-F22D-4F24-9E35-034E9BD0C962}"/>
              </a:ext>
            </a:extLst>
          </p:cNvPr>
          <p:cNvSpPr>
            <a:spLocks noGrp="1"/>
          </p:cNvSpPr>
          <p:nvPr>
            <p:ph sz="half" idx="2"/>
          </p:nvPr>
        </p:nvSpPr>
        <p:spPr/>
        <p:txBody>
          <a:bodyPr>
            <a:normAutofit/>
          </a:bodyPr>
          <a:lstStyle/>
          <a:p>
            <a:r>
              <a:rPr lang="en-US" dirty="0">
                <a:solidFill>
                  <a:srgbClr val="FF0000"/>
                </a:solidFill>
              </a:rPr>
              <a:t>SELECT </a:t>
            </a:r>
            <a:r>
              <a:rPr lang="en-US" dirty="0" err="1">
                <a:solidFill>
                  <a:srgbClr val="FF0000"/>
                </a:solidFill>
              </a:rPr>
              <a:t>studentno</a:t>
            </a:r>
            <a:r>
              <a:rPr lang="en-US" dirty="0">
                <a:solidFill>
                  <a:srgbClr val="FF0000"/>
                </a:solidFill>
              </a:rPr>
              <a:t>, </a:t>
            </a:r>
            <a:r>
              <a:rPr lang="en-US" dirty="0" err="1">
                <a:solidFill>
                  <a:srgbClr val="FF0000"/>
                </a:solidFill>
              </a:rPr>
              <a:t>Given_name</a:t>
            </a:r>
            <a:endParaRPr lang="en-US" dirty="0">
              <a:solidFill>
                <a:srgbClr val="FF0000"/>
              </a:solidFill>
            </a:endParaRPr>
          </a:p>
          <a:p>
            <a:pPr marL="0" indent="0">
              <a:buNone/>
            </a:pPr>
            <a:r>
              <a:rPr lang="en-US" dirty="0">
                <a:solidFill>
                  <a:srgbClr val="FF0000"/>
                </a:solidFill>
              </a:rPr>
              <a:t>FROM Student;</a:t>
            </a:r>
          </a:p>
          <a:p>
            <a:pPr marL="0" indent="0">
              <a:buNone/>
            </a:pPr>
            <a:r>
              <a:rPr lang="en-US" dirty="0">
                <a:solidFill>
                  <a:srgbClr val="7030A0"/>
                </a:solidFill>
              </a:rPr>
              <a:t>SELECT </a:t>
            </a:r>
            <a:r>
              <a:rPr lang="en-US" dirty="0" err="1">
                <a:solidFill>
                  <a:srgbClr val="7030A0"/>
                </a:solidFill>
              </a:rPr>
              <a:t>studentno</a:t>
            </a:r>
            <a:r>
              <a:rPr lang="en-US" dirty="0">
                <a:solidFill>
                  <a:srgbClr val="7030A0"/>
                </a:solidFill>
              </a:rPr>
              <a:t>, </a:t>
            </a:r>
            <a:r>
              <a:rPr lang="en-US" dirty="0" err="1">
                <a:solidFill>
                  <a:srgbClr val="7030A0"/>
                </a:solidFill>
              </a:rPr>
              <a:t>Given_name</a:t>
            </a:r>
            <a:endParaRPr lang="en-US" dirty="0">
              <a:solidFill>
                <a:srgbClr val="7030A0"/>
              </a:solidFill>
            </a:endParaRPr>
          </a:p>
          <a:p>
            <a:pPr marL="0" indent="0">
              <a:buNone/>
            </a:pPr>
            <a:r>
              <a:rPr lang="en-US" dirty="0">
                <a:solidFill>
                  <a:srgbClr val="7030A0"/>
                </a:solidFill>
              </a:rPr>
              <a:t>FROM Student</a:t>
            </a:r>
          </a:p>
          <a:p>
            <a:pPr marL="0" indent="0">
              <a:buNone/>
            </a:pPr>
            <a:r>
              <a:rPr lang="en-US" dirty="0">
                <a:solidFill>
                  <a:srgbClr val="7030A0"/>
                </a:solidFill>
              </a:rPr>
              <a:t>WHERE </a:t>
            </a:r>
            <a:r>
              <a:rPr lang="en-US" dirty="0" err="1">
                <a:solidFill>
                  <a:srgbClr val="7030A0"/>
                </a:solidFill>
              </a:rPr>
              <a:t>studentno</a:t>
            </a:r>
            <a:r>
              <a:rPr lang="en-US" dirty="0">
                <a:solidFill>
                  <a:srgbClr val="7030A0"/>
                </a:solidFill>
              </a:rPr>
              <a:t> = 12345678;</a:t>
            </a:r>
          </a:p>
          <a:p>
            <a:pPr marL="0" indent="0">
              <a:buNone/>
            </a:pPr>
            <a:endParaRPr lang="en-GB" dirty="0">
              <a:solidFill>
                <a:srgbClr val="00B050"/>
              </a:solidFill>
            </a:endParaRPr>
          </a:p>
        </p:txBody>
      </p:sp>
    </p:spTree>
    <p:extLst>
      <p:ext uri="{BB962C8B-B14F-4D97-AF65-F5344CB8AC3E}">
        <p14:creationId xmlns:p14="http://schemas.microsoft.com/office/powerpoint/2010/main" val="3546722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AA280-06A2-419D-9207-F80B3953FF83}"/>
              </a:ext>
            </a:extLst>
          </p:cNvPr>
          <p:cNvSpPr>
            <a:spLocks noGrp="1"/>
          </p:cNvSpPr>
          <p:nvPr>
            <p:ph type="title"/>
          </p:nvPr>
        </p:nvSpPr>
        <p:spPr/>
        <p:txBody>
          <a:bodyPr/>
          <a:lstStyle/>
          <a:p>
            <a:r>
              <a:rPr lang="en-US" dirty="0"/>
              <a:t>SELECT Statement</a:t>
            </a:r>
            <a:endParaRPr lang="en-GB" dirty="0"/>
          </a:p>
        </p:txBody>
      </p:sp>
      <p:sp>
        <p:nvSpPr>
          <p:cNvPr id="3" name="Content Placeholder 2">
            <a:extLst>
              <a:ext uri="{FF2B5EF4-FFF2-40B4-BE49-F238E27FC236}">
                <a16:creationId xmlns:a16="http://schemas.microsoft.com/office/drawing/2014/main" id="{7DC2F680-0777-44AE-BF39-CCDE08CA701F}"/>
              </a:ext>
            </a:extLst>
          </p:cNvPr>
          <p:cNvSpPr>
            <a:spLocks noGrp="1"/>
          </p:cNvSpPr>
          <p:nvPr>
            <p:ph sz="half" idx="1"/>
          </p:nvPr>
        </p:nvSpPr>
        <p:spPr/>
        <p:txBody>
          <a:bodyPr/>
          <a:lstStyle/>
          <a:p>
            <a:r>
              <a:rPr lang="en-US" dirty="0"/>
              <a:t>To show all of the column values for the rows that match the specified criteria, use an asterisk ( * ).</a:t>
            </a:r>
          </a:p>
          <a:p>
            <a:pPr>
              <a:buNone/>
            </a:pPr>
            <a:r>
              <a:rPr lang="en-US" b="1" dirty="0"/>
              <a:t>		</a:t>
            </a:r>
            <a:r>
              <a:rPr lang="en-US" b="1" dirty="0">
                <a:solidFill>
                  <a:srgbClr val="FF0000"/>
                </a:solidFill>
                <a:latin typeface="Courier New" pitchFamily="49" charset="0"/>
              </a:rPr>
              <a:t>SELECT	  *    </a:t>
            </a:r>
          </a:p>
          <a:p>
            <a:pPr>
              <a:buNone/>
            </a:pPr>
            <a:r>
              <a:rPr lang="en-US" b="1" dirty="0">
                <a:solidFill>
                  <a:srgbClr val="FF0000"/>
                </a:solidFill>
                <a:latin typeface="Courier New" pitchFamily="49" charset="0"/>
              </a:rPr>
              <a:t>		FROM 	  </a:t>
            </a:r>
            <a:r>
              <a:rPr lang="en-US" b="1" dirty="0" err="1">
                <a:solidFill>
                  <a:srgbClr val="FF0000"/>
                </a:solidFill>
                <a:latin typeface="Courier New" pitchFamily="49" charset="0"/>
              </a:rPr>
              <a:t>tablename</a:t>
            </a:r>
            <a:r>
              <a:rPr lang="en-US" b="1" dirty="0">
                <a:solidFill>
                  <a:srgbClr val="FF0000"/>
                </a:solidFill>
                <a:latin typeface="Courier New" pitchFamily="49" charset="0"/>
              </a:rPr>
              <a:t>;</a:t>
            </a:r>
          </a:p>
          <a:p>
            <a:pPr lvl="2">
              <a:buFontTx/>
              <a:buNone/>
            </a:pPr>
            <a:endParaRPr lang="en-US" sz="1800" b="1" dirty="0">
              <a:latin typeface="Courier New" pitchFamily="49" charset="0"/>
            </a:endParaRPr>
          </a:p>
          <a:p>
            <a:endParaRPr lang="en-GB" dirty="0"/>
          </a:p>
        </p:txBody>
      </p:sp>
      <p:sp>
        <p:nvSpPr>
          <p:cNvPr id="4" name="Content Placeholder 3">
            <a:extLst>
              <a:ext uri="{FF2B5EF4-FFF2-40B4-BE49-F238E27FC236}">
                <a16:creationId xmlns:a16="http://schemas.microsoft.com/office/drawing/2014/main" id="{E7D6C8D8-1E9F-4DCE-B449-A314497FE4AA}"/>
              </a:ext>
            </a:extLst>
          </p:cNvPr>
          <p:cNvSpPr>
            <a:spLocks noGrp="1"/>
          </p:cNvSpPr>
          <p:nvPr>
            <p:ph sz="half" idx="2"/>
          </p:nvPr>
        </p:nvSpPr>
        <p:spPr/>
        <p:txBody>
          <a:bodyPr/>
          <a:lstStyle/>
          <a:p>
            <a:r>
              <a:rPr lang="en-US" dirty="0"/>
              <a:t>What do you think will be the result of executing this query on our college database?</a:t>
            </a:r>
          </a:p>
          <a:p>
            <a:pPr>
              <a:buNone/>
            </a:pPr>
            <a:r>
              <a:rPr lang="en-US" sz="3000" b="1" dirty="0">
                <a:solidFill>
                  <a:srgbClr val="7030A0"/>
                </a:solidFill>
                <a:latin typeface="Courier New" pitchFamily="49" charset="0"/>
              </a:rPr>
              <a:t>SELECT	  *    </a:t>
            </a:r>
          </a:p>
          <a:p>
            <a:pPr>
              <a:buNone/>
            </a:pPr>
            <a:r>
              <a:rPr lang="en-US" sz="3000" b="1" dirty="0">
                <a:solidFill>
                  <a:srgbClr val="7030A0"/>
                </a:solidFill>
                <a:latin typeface="Courier New" pitchFamily="49" charset="0"/>
              </a:rPr>
              <a:t>		FROM 	  Student;</a:t>
            </a:r>
          </a:p>
          <a:p>
            <a:pPr marL="0" indent="0">
              <a:buNone/>
            </a:pPr>
            <a:endParaRPr lang="en-GB" dirty="0"/>
          </a:p>
        </p:txBody>
      </p:sp>
    </p:spTree>
    <p:extLst>
      <p:ext uri="{BB962C8B-B14F-4D97-AF65-F5344CB8AC3E}">
        <p14:creationId xmlns:p14="http://schemas.microsoft.com/office/powerpoint/2010/main" val="4029507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7F4D-94EF-4E2E-91A8-1CAC6247D0A6}"/>
              </a:ext>
            </a:extLst>
          </p:cNvPr>
          <p:cNvSpPr>
            <a:spLocks noGrp="1"/>
          </p:cNvSpPr>
          <p:nvPr>
            <p:ph type="title"/>
          </p:nvPr>
        </p:nvSpPr>
        <p:spPr/>
        <p:txBody>
          <a:bodyPr/>
          <a:lstStyle/>
          <a:p>
            <a:r>
              <a:rPr lang="en-US" dirty="0"/>
              <a:t>SELECT </a:t>
            </a:r>
            <a:endParaRPr lang="en-GB" dirty="0"/>
          </a:p>
        </p:txBody>
      </p:sp>
      <p:sp>
        <p:nvSpPr>
          <p:cNvPr id="3" name="Content Placeholder 2">
            <a:extLst>
              <a:ext uri="{FF2B5EF4-FFF2-40B4-BE49-F238E27FC236}">
                <a16:creationId xmlns:a16="http://schemas.microsoft.com/office/drawing/2014/main" id="{3344F8E5-986B-4C39-B031-8BCA87786E18}"/>
              </a:ext>
            </a:extLst>
          </p:cNvPr>
          <p:cNvSpPr>
            <a:spLocks noGrp="1"/>
          </p:cNvSpPr>
          <p:nvPr>
            <p:ph idx="1"/>
          </p:nvPr>
        </p:nvSpPr>
        <p:spPr/>
        <p:txBody>
          <a:bodyPr>
            <a:normAutofit fontScale="85000" lnSpcReduction="20000"/>
          </a:bodyPr>
          <a:lstStyle/>
          <a:p>
            <a:r>
              <a:rPr lang="en-US" sz="3400" dirty="0"/>
              <a:t> subquery is used to return data that will be used in the main query as a condition to further restrict the data to be retrieved.</a:t>
            </a:r>
          </a:p>
          <a:p>
            <a:pPr algn="just">
              <a:buFont typeface="Arial" panose="020B0604020202020204" pitchFamily="34" charset="0"/>
              <a:buChar char="•"/>
            </a:pPr>
            <a:r>
              <a:rPr lang="en-US" sz="3400" dirty="0"/>
              <a:t>Subqueries must be enclosed within parentheses.</a:t>
            </a:r>
          </a:p>
          <a:p>
            <a:pPr algn="just">
              <a:buFont typeface="Arial" panose="020B0604020202020204" pitchFamily="34" charset="0"/>
              <a:buChar char="•"/>
            </a:pPr>
            <a:r>
              <a:rPr lang="en-US" sz="3400" dirty="0"/>
              <a:t>A subquery can have only one column in the SELECT clause, unless multiple columns are in the main query for the subquery to compare its selected columns.</a:t>
            </a:r>
          </a:p>
          <a:p>
            <a:pPr algn="just">
              <a:buFont typeface="Arial" panose="020B0604020202020204" pitchFamily="34" charset="0"/>
              <a:buChar char="•"/>
            </a:pPr>
            <a:r>
              <a:rPr lang="en-US" sz="3400" dirty="0"/>
              <a:t>An ORDER BY command cannot be used in a subquery, although the main query can use an ORDER BY. The GROUP BY command can be used to perform the same function as the ORDER BY in a subquery.</a:t>
            </a:r>
          </a:p>
          <a:p>
            <a:pPr algn="just">
              <a:buFont typeface="Arial" panose="020B0604020202020204" pitchFamily="34" charset="0"/>
              <a:buChar char="•"/>
            </a:pPr>
            <a:r>
              <a:rPr lang="en-US" sz="3400" dirty="0"/>
              <a:t>Subqueries that return more than one row can only be used with multiple value operators such as the IN operator</a:t>
            </a:r>
          </a:p>
          <a:p>
            <a:pPr marL="0" indent="0">
              <a:buNone/>
            </a:pPr>
            <a:endParaRPr lang="en-GB" dirty="0"/>
          </a:p>
        </p:txBody>
      </p:sp>
    </p:spTree>
    <p:extLst>
      <p:ext uri="{BB962C8B-B14F-4D97-AF65-F5344CB8AC3E}">
        <p14:creationId xmlns:p14="http://schemas.microsoft.com/office/powerpoint/2010/main" val="1307525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79D87-5D1F-443B-BC1D-9D66E3BE9850}"/>
              </a:ext>
            </a:extLst>
          </p:cNvPr>
          <p:cNvSpPr>
            <a:spLocks noGrp="1"/>
          </p:cNvSpPr>
          <p:nvPr>
            <p:ph type="title"/>
          </p:nvPr>
        </p:nvSpPr>
        <p:spPr/>
        <p:txBody>
          <a:bodyPr/>
          <a:lstStyle/>
          <a:p>
            <a:r>
              <a:rPr lang="en-US" dirty="0"/>
              <a:t>SELECT … DISTINCT</a:t>
            </a:r>
            <a:endParaRPr lang="en-GB" dirty="0"/>
          </a:p>
        </p:txBody>
      </p:sp>
      <p:sp>
        <p:nvSpPr>
          <p:cNvPr id="3" name="Content Placeholder 2">
            <a:extLst>
              <a:ext uri="{FF2B5EF4-FFF2-40B4-BE49-F238E27FC236}">
                <a16:creationId xmlns:a16="http://schemas.microsoft.com/office/drawing/2014/main" id="{E77126CD-5C8E-4E8C-9BA5-CFF9469FD652}"/>
              </a:ext>
            </a:extLst>
          </p:cNvPr>
          <p:cNvSpPr>
            <a:spLocks noGrp="1"/>
          </p:cNvSpPr>
          <p:nvPr>
            <p:ph sz="half" idx="1"/>
          </p:nvPr>
        </p:nvSpPr>
        <p:spPr/>
        <p:txBody>
          <a:bodyPr/>
          <a:lstStyle/>
          <a:p>
            <a:pPr algn="just"/>
            <a:r>
              <a:rPr lang="en-GB" dirty="0"/>
              <a:t>DISTINCT</a:t>
            </a:r>
          </a:p>
          <a:p>
            <a:r>
              <a:rPr lang="en-GB" dirty="0"/>
              <a:t>The DISTINCT statement is used to remove duplication in the results retrieved</a:t>
            </a:r>
          </a:p>
          <a:p>
            <a:pPr lvl="1"/>
            <a:r>
              <a:rPr lang="en-GB" dirty="0"/>
              <a:t>SELECT DISTINCT </a:t>
            </a:r>
            <a:r>
              <a:rPr lang="en-GB" i="1" dirty="0" err="1"/>
              <a:t>column_name</a:t>
            </a:r>
            <a:r>
              <a:rPr lang="en-GB" i="1" dirty="0"/>
              <a:t>(s)</a:t>
            </a:r>
            <a:br>
              <a:rPr lang="en-GB" dirty="0"/>
            </a:br>
            <a:r>
              <a:rPr lang="en-GB" dirty="0"/>
              <a:t>FROM </a:t>
            </a:r>
            <a:r>
              <a:rPr lang="en-GB" i="1" dirty="0" err="1"/>
              <a:t>table_name</a:t>
            </a:r>
            <a:br>
              <a:rPr lang="en-GB" dirty="0"/>
            </a:br>
            <a:r>
              <a:rPr lang="en-GB" dirty="0"/>
              <a:t>WHERE </a:t>
            </a:r>
            <a:r>
              <a:rPr lang="en-GB" i="1" dirty="0"/>
              <a:t>condition;</a:t>
            </a:r>
            <a:endParaRPr lang="en-GB" dirty="0"/>
          </a:p>
          <a:p>
            <a:endParaRPr lang="en-GB" dirty="0"/>
          </a:p>
        </p:txBody>
      </p:sp>
      <p:sp>
        <p:nvSpPr>
          <p:cNvPr id="4" name="Content Placeholder 3">
            <a:extLst>
              <a:ext uri="{FF2B5EF4-FFF2-40B4-BE49-F238E27FC236}">
                <a16:creationId xmlns:a16="http://schemas.microsoft.com/office/drawing/2014/main" id="{C49BD6CB-CFF4-42D1-893F-5EDC4684D01C}"/>
              </a:ext>
            </a:extLst>
          </p:cNvPr>
          <p:cNvSpPr>
            <a:spLocks noGrp="1"/>
          </p:cNvSpPr>
          <p:nvPr>
            <p:ph sz="half" idx="2"/>
          </p:nvPr>
        </p:nvSpPr>
        <p:spPr/>
        <p:txBody>
          <a:bodyPr/>
          <a:lstStyle/>
          <a:p>
            <a:r>
              <a:rPr lang="en-GB" dirty="0"/>
              <a:t>There are times you want to retrieve results based on aggregated functions such as finding the average, finding the sum, counting the number of results, finding the minimum and maximum values.</a:t>
            </a:r>
          </a:p>
          <a:p>
            <a:endParaRPr lang="en-GB" dirty="0"/>
          </a:p>
        </p:txBody>
      </p:sp>
    </p:spTree>
    <p:extLst>
      <p:ext uri="{BB962C8B-B14F-4D97-AF65-F5344CB8AC3E}">
        <p14:creationId xmlns:p14="http://schemas.microsoft.com/office/powerpoint/2010/main" val="4244593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6BB87-D6D8-4BCF-B147-7F30FCD387D8}"/>
              </a:ext>
            </a:extLst>
          </p:cNvPr>
          <p:cNvSpPr>
            <a:spLocks noGrp="1"/>
          </p:cNvSpPr>
          <p:nvPr>
            <p:ph type="title"/>
          </p:nvPr>
        </p:nvSpPr>
        <p:spPr/>
        <p:txBody>
          <a:bodyPr/>
          <a:lstStyle/>
          <a:p>
            <a:r>
              <a:rPr lang="en-US" dirty="0"/>
              <a:t>SELECT Statement</a:t>
            </a:r>
            <a:endParaRPr lang="en-GB" dirty="0"/>
          </a:p>
        </p:txBody>
      </p:sp>
      <p:sp>
        <p:nvSpPr>
          <p:cNvPr id="3" name="Content Placeholder 2">
            <a:extLst>
              <a:ext uri="{FF2B5EF4-FFF2-40B4-BE49-F238E27FC236}">
                <a16:creationId xmlns:a16="http://schemas.microsoft.com/office/drawing/2014/main" id="{A9B084E7-924B-40B6-89B7-6C350BB10D12}"/>
              </a:ext>
            </a:extLst>
          </p:cNvPr>
          <p:cNvSpPr>
            <a:spLocks noGrp="1"/>
          </p:cNvSpPr>
          <p:nvPr>
            <p:ph sz="half" idx="1"/>
          </p:nvPr>
        </p:nvSpPr>
        <p:spPr/>
        <p:txBody>
          <a:bodyPr>
            <a:normAutofit/>
          </a:bodyPr>
          <a:lstStyle/>
          <a:p>
            <a:r>
              <a:rPr lang="en-US" sz="2800" dirty="0"/>
              <a:t>The WHERE clause may include the IN keyword to specify that a particular column value must be included in a list of values.</a:t>
            </a:r>
          </a:p>
          <a:p>
            <a:pPr>
              <a:buNone/>
            </a:pPr>
            <a:r>
              <a:rPr lang="en-US" b="1" dirty="0">
                <a:solidFill>
                  <a:srgbClr val="FF0000"/>
                </a:solidFill>
                <a:latin typeface="Courier New" pitchFamily="49" charset="0"/>
              </a:rPr>
              <a:t>SELECT    </a:t>
            </a:r>
            <a:r>
              <a:rPr lang="en-US" b="1" dirty="0" err="1">
                <a:solidFill>
                  <a:srgbClr val="FF0000"/>
                </a:solidFill>
                <a:latin typeface="Courier New" pitchFamily="49" charset="0"/>
              </a:rPr>
              <a:t>columnname</a:t>
            </a:r>
            <a:endParaRPr lang="en-US" b="1" dirty="0">
              <a:solidFill>
                <a:srgbClr val="FF0000"/>
              </a:solidFill>
              <a:latin typeface="Courier New" pitchFamily="49" charset="0"/>
            </a:endParaRPr>
          </a:p>
          <a:p>
            <a:pPr>
              <a:buNone/>
            </a:pPr>
            <a:r>
              <a:rPr lang="en-US" b="1" dirty="0">
                <a:solidFill>
                  <a:srgbClr val="FF0000"/>
                </a:solidFill>
                <a:latin typeface="Courier New" pitchFamily="49" charset="0"/>
              </a:rPr>
              <a:t>FROM      </a:t>
            </a:r>
            <a:r>
              <a:rPr lang="en-US" b="1" dirty="0" err="1">
                <a:solidFill>
                  <a:srgbClr val="FF0000"/>
                </a:solidFill>
                <a:latin typeface="Courier New" pitchFamily="49" charset="0"/>
              </a:rPr>
              <a:t>tablename</a:t>
            </a:r>
            <a:endParaRPr lang="en-US" b="1" dirty="0">
              <a:solidFill>
                <a:srgbClr val="FF0000"/>
              </a:solidFill>
              <a:latin typeface="Courier New" pitchFamily="49" charset="0"/>
            </a:endParaRPr>
          </a:p>
          <a:p>
            <a:pPr>
              <a:buNone/>
            </a:pPr>
            <a:r>
              <a:rPr lang="en-US" b="1" dirty="0">
                <a:solidFill>
                  <a:srgbClr val="FF0000"/>
                </a:solidFill>
                <a:latin typeface="Courier New" pitchFamily="49" charset="0"/>
              </a:rPr>
              <a:t>WHERE   column IN (values1,value2,value3);</a:t>
            </a:r>
          </a:p>
          <a:p>
            <a:endParaRPr lang="en-GB" dirty="0"/>
          </a:p>
        </p:txBody>
      </p:sp>
      <p:sp>
        <p:nvSpPr>
          <p:cNvPr id="4" name="Content Placeholder 3">
            <a:extLst>
              <a:ext uri="{FF2B5EF4-FFF2-40B4-BE49-F238E27FC236}">
                <a16:creationId xmlns:a16="http://schemas.microsoft.com/office/drawing/2014/main" id="{FC945C18-2D57-4CCD-8813-4116A527D4D6}"/>
              </a:ext>
            </a:extLst>
          </p:cNvPr>
          <p:cNvSpPr>
            <a:spLocks noGrp="1"/>
          </p:cNvSpPr>
          <p:nvPr>
            <p:ph sz="half" idx="2"/>
          </p:nvPr>
        </p:nvSpPr>
        <p:spPr/>
        <p:txBody>
          <a:bodyPr>
            <a:normAutofit/>
          </a:bodyPr>
          <a:lstStyle/>
          <a:p>
            <a:pPr>
              <a:buNone/>
            </a:pPr>
            <a:r>
              <a:rPr lang="en-US" sz="3000" b="1" dirty="0">
                <a:solidFill>
                  <a:srgbClr val="7030A0"/>
                </a:solidFill>
                <a:latin typeface="Courier New" pitchFamily="49" charset="0"/>
              </a:rPr>
              <a:t>SELECT    </a:t>
            </a:r>
            <a:r>
              <a:rPr lang="en-US" sz="3000" b="1" dirty="0" err="1">
                <a:solidFill>
                  <a:srgbClr val="7030A0"/>
                </a:solidFill>
                <a:latin typeface="Courier New" pitchFamily="49" charset="0"/>
              </a:rPr>
              <a:t>Given_Name</a:t>
            </a:r>
            <a:endParaRPr lang="en-US" sz="3000" b="1" dirty="0">
              <a:solidFill>
                <a:srgbClr val="7030A0"/>
              </a:solidFill>
              <a:latin typeface="Courier New" pitchFamily="49" charset="0"/>
            </a:endParaRPr>
          </a:p>
          <a:p>
            <a:pPr>
              <a:buNone/>
            </a:pPr>
            <a:r>
              <a:rPr lang="en-US" sz="3000" b="1" dirty="0">
                <a:solidFill>
                  <a:srgbClr val="7030A0"/>
                </a:solidFill>
                <a:latin typeface="Courier New" pitchFamily="49" charset="0"/>
              </a:rPr>
              <a:t>FROM      Student</a:t>
            </a:r>
          </a:p>
          <a:p>
            <a:pPr>
              <a:buNone/>
            </a:pPr>
            <a:r>
              <a:rPr lang="en-US" sz="3000" b="1" dirty="0">
                <a:solidFill>
                  <a:srgbClr val="7030A0"/>
                </a:solidFill>
                <a:latin typeface="Courier New" pitchFamily="49" charset="0"/>
              </a:rPr>
              <a:t>WHERE     </a:t>
            </a:r>
            <a:r>
              <a:rPr lang="en-US" sz="3000" b="1" dirty="0" err="1">
                <a:solidFill>
                  <a:srgbClr val="7030A0"/>
                </a:solidFill>
                <a:latin typeface="Courier New" pitchFamily="49" charset="0"/>
              </a:rPr>
              <a:t>studentno</a:t>
            </a:r>
            <a:r>
              <a:rPr lang="en-US" sz="3000" b="1" dirty="0">
                <a:solidFill>
                  <a:srgbClr val="7030A0"/>
                </a:solidFill>
                <a:latin typeface="Courier New" pitchFamily="49" charset="0"/>
              </a:rPr>
              <a:t> IN (22226789,12345678);</a:t>
            </a:r>
          </a:p>
          <a:p>
            <a:endParaRPr lang="en-GB" dirty="0"/>
          </a:p>
        </p:txBody>
      </p:sp>
    </p:spTree>
    <p:extLst>
      <p:ext uri="{BB962C8B-B14F-4D97-AF65-F5344CB8AC3E}">
        <p14:creationId xmlns:p14="http://schemas.microsoft.com/office/powerpoint/2010/main" val="25355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7FCFB-596B-4D5C-90D7-FB80331DEBD9}"/>
              </a:ext>
            </a:extLst>
          </p:cNvPr>
          <p:cNvSpPr>
            <a:spLocks noGrp="1"/>
          </p:cNvSpPr>
          <p:nvPr>
            <p:ph type="title"/>
          </p:nvPr>
        </p:nvSpPr>
        <p:spPr/>
        <p:txBody>
          <a:bodyPr/>
          <a:lstStyle/>
          <a:p>
            <a:r>
              <a:rPr lang="en-US" dirty="0"/>
              <a:t>SELECT Statement</a:t>
            </a:r>
            <a:endParaRPr lang="en-GB" dirty="0"/>
          </a:p>
        </p:txBody>
      </p:sp>
      <p:sp>
        <p:nvSpPr>
          <p:cNvPr id="3" name="Content Placeholder 2">
            <a:extLst>
              <a:ext uri="{FF2B5EF4-FFF2-40B4-BE49-F238E27FC236}">
                <a16:creationId xmlns:a16="http://schemas.microsoft.com/office/drawing/2014/main" id="{44EA63A0-73D8-43A2-AD1F-1D35CA1BCC33}"/>
              </a:ext>
            </a:extLst>
          </p:cNvPr>
          <p:cNvSpPr>
            <a:spLocks noGrp="1"/>
          </p:cNvSpPr>
          <p:nvPr>
            <p:ph sz="half" idx="1"/>
          </p:nvPr>
        </p:nvSpPr>
        <p:spPr/>
        <p:txBody>
          <a:bodyPr>
            <a:normAutofit lnSpcReduction="10000"/>
          </a:bodyPr>
          <a:lstStyle/>
          <a:p>
            <a:pPr>
              <a:lnSpc>
                <a:spcPct val="90000"/>
              </a:lnSpc>
            </a:pPr>
            <a:r>
              <a:rPr lang="en-US" sz="2800" dirty="0"/>
              <a:t>SQL provides a BETWEEN keyword that allows a user to specify a minimum and maximum value on one line.</a:t>
            </a:r>
          </a:p>
          <a:p>
            <a:pPr>
              <a:lnSpc>
                <a:spcPct val="90000"/>
              </a:lnSpc>
              <a:buNone/>
            </a:pPr>
            <a:r>
              <a:rPr lang="en-US" sz="3400" b="1" dirty="0">
                <a:solidFill>
                  <a:srgbClr val="FF0000"/>
                </a:solidFill>
                <a:latin typeface="Courier New" pitchFamily="49" charset="0"/>
              </a:rPr>
              <a:t>SELECT  column</a:t>
            </a:r>
          </a:p>
          <a:p>
            <a:pPr>
              <a:lnSpc>
                <a:spcPct val="90000"/>
              </a:lnSpc>
              <a:buNone/>
            </a:pPr>
            <a:r>
              <a:rPr lang="en-US" sz="3400" b="1" dirty="0">
                <a:solidFill>
                  <a:srgbClr val="FF0000"/>
                </a:solidFill>
                <a:latin typeface="Courier New" pitchFamily="49" charset="0"/>
              </a:rPr>
              <a:t>FROM    </a:t>
            </a:r>
            <a:r>
              <a:rPr lang="en-US" sz="3400" b="1" dirty="0" err="1">
                <a:solidFill>
                  <a:srgbClr val="FF0000"/>
                </a:solidFill>
                <a:latin typeface="Courier New" pitchFamily="49" charset="0"/>
              </a:rPr>
              <a:t>tablename</a:t>
            </a:r>
            <a:endParaRPr lang="en-US" sz="3400" b="1" dirty="0">
              <a:solidFill>
                <a:srgbClr val="FF0000"/>
              </a:solidFill>
              <a:latin typeface="Courier New" pitchFamily="49" charset="0"/>
            </a:endParaRPr>
          </a:p>
          <a:p>
            <a:pPr>
              <a:lnSpc>
                <a:spcPct val="90000"/>
              </a:lnSpc>
              <a:buNone/>
            </a:pPr>
            <a:r>
              <a:rPr lang="en-US" sz="3400" b="1" dirty="0">
                <a:solidFill>
                  <a:srgbClr val="FF0000"/>
                </a:solidFill>
                <a:latin typeface="Courier New" pitchFamily="49" charset="0"/>
              </a:rPr>
              <a:t>WHERE   column</a:t>
            </a:r>
          </a:p>
          <a:p>
            <a:pPr>
              <a:lnSpc>
                <a:spcPct val="90000"/>
              </a:lnSpc>
              <a:buNone/>
            </a:pPr>
            <a:r>
              <a:rPr lang="en-US" sz="3400" b="1" dirty="0">
                <a:solidFill>
                  <a:srgbClr val="FF0000"/>
                </a:solidFill>
                <a:latin typeface="Courier New" pitchFamily="49" charset="0"/>
              </a:rPr>
              <a:t>BETWEEN value1 AND value2;</a:t>
            </a:r>
          </a:p>
          <a:p>
            <a:pPr>
              <a:lnSpc>
                <a:spcPct val="90000"/>
              </a:lnSpc>
            </a:pPr>
            <a:endParaRPr lang="en-US" sz="2800" dirty="0"/>
          </a:p>
          <a:p>
            <a:endParaRPr lang="en-GB" dirty="0"/>
          </a:p>
        </p:txBody>
      </p:sp>
      <p:sp>
        <p:nvSpPr>
          <p:cNvPr id="4" name="Content Placeholder 3">
            <a:extLst>
              <a:ext uri="{FF2B5EF4-FFF2-40B4-BE49-F238E27FC236}">
                <a16:creationId xmlns:a16="http://schemas.microsoft.com/office/drawing/2014/main" id="{7A256373-83B5-4EFD-A6DE-A7D98FE2E938}"/>
              </a:ext>
            </a:extLst>
          </p:cNvPr>
          <p:cNvSpPr>
            <a:spLocks noGrp="1"/>
          </p:cNvSpPr>
          <p:nvPr>
            <p:ph sz="half" idx="2"/>
          </p:nvPr>
        </p:nvSpPr>
        <p:spPr/>
        <p:txBody>
          <a:bodyPr>
            <a:normAutofit lnSpcReduction="10000"/>
          </a:bodyPr>
          <a:lstStyle/>
          <a:p>
            <a:pPr>
              <a:lnSpc>
                <a:spcPct val="90000"/>
              </a:lnSpc>
              <a:buNone/>
            </a:pPr>
            <a:r>
              <a:rPr lang="en-US" sz="3000" b="1" dirty="0">
                <a:solidFill>
                  <a:srgbClr val="7030A0"/>
                </a:solidFill>
                <a:latin typeface="Courier New" pitchFamily="49" charset="0"/>
              </a:rPr>
              <a:t>SELECT  </a:t>
            </a:r>
            <a:r>
              <a:rPr lang="en-US" sz="3000" b="1" dirty="0" err="1">
                <a:solidFill>
                  <a:srgbClr val="7030A0"/>
                </a:solidFill>
                <a:latin typeface="Courier New" pitchFamily="49" charset="0"/>
              </a:rPr>
              <a:t>Given_Name</a:t>
            </a:r>
            <a:endParaRPr lang="en-US" sz="3000" b="1" dirty="0">
              <a:solidFill>
                <a:srgbClr val="7030A0"/>
              </a:solidFill>
              <a:latin typeface="Courier New" pitchFamily="49" charset="0"/>
            </a:endParaRPr>
          </a:p>
          <a:p>
            <a:pPr>
              <a:lnSpc>
                <a:spcPct val="90000"/>
              </a:lnSpc>
              <a:buNone/>
            </a:pPr>
            <a:r>
              <a:rPr lang="en-US" sz="3000" b="1" dirty="0">
                <a:solidFill>
                  <a:srgbClr val="7030A0"/>
                </a:solidFill>
                <a:latin typeface="Courier New" pitchFamily="49" charset="0"/>
              </a:rPr>
              <a:t>FROM    Student</a:t>
            </a:r>
          </a:p>
          <a:p>
            <a:pPr>
              <a:lnSpc>
                <a:spcPct val="90000"/>
              </a:lnSpc>
              <a:buNone/>
            </a:pPr>
            <a:r>
              <a:rPr lang="en-US" sz="3000" b="1" dirty="0">
                <a:solidFill>
                  <a:srgbClr val="7030A0"/>
                </a:solidFill>
                <a:latin typeface="Courier New" pitchFamily="49" charset="0"/>
              </a:rPr>
              <a:t>WHERE   </a:t>
            </a:r>
            <a:r>
              <a:rPr lang="en-US" sz="3000" b="1" dirty="0" err="1">
                <a:solidFill>
                  <a:srgbClr val="7030A0"/>
                </a:solidFill>
                <a:latin typeface="Courier New" pitchFamily="49" charset="0"/>
              </a:rPr>
              <a:t>TestMark</a:t>
            </a:r>
            <a:r>
              <a:rPr lang="en-US" sz="3000" b="1" dirty="0">
                <a:solidFill>
                  <a:srgbClr val="7030A0"/>
                </a:solidFill>
                <a:latin typeface="Courier New" pitchFamily="49" charset="0"/>
              </a:rPr>
              <a:t> BETWEEN 50 AND 60;</a:t>
            </a:r>
          </a:p>
          <a:p>
            <a:endParaRPr lang="en-GB" dirty="0"/>
          </a:p>
        </p:txBody>
      </p:sp>
    </p:spTree>
    <p:extLst>
      <p:ext uri="{BB962C8B-B14F-4D97-AF65-F5344CB8AC3E}">
        <p14:creationId xmlns:p14="http://schemas.microsoft.com/office/powerpoint/2010/main" val="724470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p:txBody>
          <a:bodyPr/>
          <a:lstStyle/>
          <a:p>
            <a:r>
              <a:rPr lang="en-US" sz="3600" dirty="0"/>
              <a:t>SELECT Statement</a:t>
            </a:r>
            <a:br>
              <a:rPr lang="en-US" sz="3600" dirty="0"/>
            </a:br>
            <a:endParaRPr lang="en-US" sz="3200" dirty="0"/>
          </a:p>
        </p:txBody>
      </p:sp>
      <p:sp>
        <p:nvSpPr>
          <p:cNvPr id="68610" name="Rectangle 3"/>
          <p:cNvSpPr>
            <a:spLocks noGrp="1" noChangeArrowheads="1"/>
          </p:cNvSpPr>
          <p:nvPr>
            <p:ph idx="1"/>
          </p:nvPr>
        </p:nvSpPr>
        <p:spPr/>
        <p:txBody>
          <a:bodyPr/>
          <a:lstStyle/>
          <a:p>
            <a:r>
              <a:rPr lang="en-US" altLang="en-US" dirty="0"/>
              <a:t>The LIKE operator is used in a WHERE clause to search for a specified pattern in a column.</a:t>
            </a:r>
          </a:p>
          <a:p>
            <a:pPr fontAlgn="base"/>
            <a:r>
              <a:rPr lang="en-US" altLang="en-US" dirty="0"/>
              <a:t>There are two wildcards often used in conjunction with the LIKE operator:</a:t>
            </a:r>
          </a:p>
          <a:p>
            <a:pPr marL="57150" marR="0" lvl="0" fontAlgn="base">
              <a:lnSpc>
                <a:spcPct val="100000"/>
              </a:lnSpc>
              <a:tabLst/>
            </a:pPr>
            <a:r>
              <a:rPr lang="en-US" altLang="en-US" dirty="0"/>
              <a:t> The percent sign (%) represents zero, one, or multiple characters</a:t>
            </a:r>
          </a:p>
          <a:p>
            <a:pPr marL="57150" marR="0" lvl="0" fontAlgn="base">
              <a:lnSpc>
                <a:spcPct val="100000"/>
              </a:lnSpc>
              <a:tabLst/>
            </a:pPr>
            <a:r>
              <a:rPr lang="en-US" altLang="en-US" dirty="0"/>
              <a:t> The underscore sign (_) represents one, single character</a:t>
            </a:r>
          </a:p>
          <a:p>
            <a:pPr marL="457200" lvl="1" indent="0">
              <a:buNone/>
            </a:pPr>
            <a:endParaRPr lang="en-US" dirty="0"/>
          </a:p>
        </p:txBody>
      </p:sp>
      <p:sp>
        <p:nvSpPr>
          <p:cNvPr id="2" name="Rectangle 1">
            <a:extLst>
              <a:ext uri="{FF2B5EF4-FFF2-40B4-BE49-F238E27FC236}">
                <a16:creationId xmlns:a16="http://schemas.microsoft.com/office/drawing/2014/main" id="{439BCC7A-6984-4EF3-8A16-9C51011DB91A}"/>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3BC0-9844-41EA-B571-9B78D1DD01A6}"/>
              </a:ext>
            </a:extLst>
          </p:cNvPr>
          <p:cNvSpPr>
            <a:spLocks noGrp="1"/>
          </p:cNvSpPr>
          <p:nvPr>
            <p:ph type="title"/>
          </p:nvPr>
        </p:nvSpPr>
        <p:spPr/>
        <p:txBody>
          <a:bodyPr/>
          <a:lstStyle/>
          <a:p>
            <a:r>
              <a:rPr lang="en-US" dirty="0"/>
              <a:t>SELECT … LIKE</a:t>
            </a:r>
            <a:endParaRPr lang="en-GB" dirty="0"/>
          </a:p>
        </p:txBody>
      </p:sp>
      <p:sp>
        <p:nvSpPr>
          <p:cNvPr id="3" name="Content Placeholder 2">
            <a:extLst>
              <a:ext uri="{FF2B5EF4-FFF2-40B4-BE49-F238E27FC236}">
                <a16:creationId xmlns:a16="http://schemas.microsoft.com/office/drawing/2014/main" id="{59FD1C09-76BB-4611-9AE8-15734C2EA025}"/>
              </a:ext>
            </a:extLst>
          </p:cNvPr>
          <p:cNvSpPr>
            <a:spLocks noGrp="1"/>
          </p:cNvSpPr>
          <p:nvPr>
            <p:ph sz="half" idx="1"/>
          </p:nvPr>
        </p:nvSpPr>
        <p:spPr>
          <a:xfrm>
            <a:off x="1463040" y="2560320"/>
            <a:ext cx="4718304" cy="3310128"/>
          </a:xfrm>
        </p:spPr>
        <p:txBody>
          <a:bodyPr>
            <a:normAutofit/>
          </a:bodyPr>
          <a:lstStyle/>
          <a:p>
            <a:r>
              <a:rPr lang="en-US" dirty="0"/>
              <a:t>SELECT		column</a:t>
            </a:r>
          </a:p>
          <a:p>
            <a:r>
              <a:rPr lang="en-US" dirty="0"/>
              <a:t>FROM   	</a:t>
            </a:r>
            <a:r>
              <a:rPr lang="en-US" dirty="0" err="1"/>
              <a:t>tablename</a:t>
            </a:r>
            <a:endParaRPr lang="en-US" dirty="0"/>
          </a:p>
          <a:p>
            <a:r>
              <a:rPr lang="en-US" dirty="0"/>
              <a:t>WHERE  	column LIKE ‘character/s%’;</a:t>
            </a:r>
          </a:p>
          <a:p>
            <a:endParaRPr lang="en-GB" dirty="0"/>
          </a:p>
          <a:p>
            <a:r>
              <a:rPr lang="en-GB" dirty="0">
                <a:hlinkClick r:id="rId2"/>
              </a:rPr>
              <a:t>using LIKE</a:t>
            </a:r>
            <a:endParaRPr lang="en-GB" dirty="0"/>
          </a:p>
          <a:p>
            <a:endParaRPr lang="en-GB" dirty="0"/>
          </a:p>
        </p:txBody>
      </p:sp>
      <p:sp>
        <p:nvSpPr>
          <p:cNvPr id="4" name="Content Placeholder 3">
            <a:extLst>
              <a:ext uri="{FF2B5EF4-FFF2-40B4-BE49-F238E27FC236}">
                <a16:creationId xmlns:a16="http://schemas.microsoft.com/office/drawing/2014/main" id="{CB60DD76-FC6D-4375-B629-71804C4271E8}"/>
              </a:ext>
            </a:extLst>
          </p:cNvPr>
          <p:cNvSpPr>
            <a:spLocks noGrp="1"/>
          </p:cNvSpPr>
          <p:nvPr>
            <p:ph sz="half" idx="2"/>
          </p:nvPr>
        </p:nvSpPr>
        <p:spPr/>
        <p:txBody>
          <a:bodyPr>
            <a:normAutofit/>
          </a:bodyPr>
          <a:lstStyle/>
          <a:p>
            <a:r>
              <a:rPr lang="en-US" dirty="0"/>
              <a:t>SELECT		</a:t>
            </a:r>
            <a:r>
              <a:rPr lang="en-US" dirty="0" err="1"/>
              <a:t>studentno</a:t>
            </a:r>
            <a:endParaRPr lang="en-US" dirty="0"/>
          </a:p>
          <a:p>
            <a:r>
              <a:rPr lang="en-US" dirty="0"/>
              <a:t>FROM   Student</a:t>
            </a:r>
          </a:p>
          <a:p>
            <a:r>
              <a:rPr lang="en-US" dirty="0"/>
              <a:t>WHERE   	</a:t>
            </a:r>
            <a:r>
              <a:rPr lang="en-US" dirty="0" err="1"/>
              <a:t>Given_Name</a:t>
            </a:r>
            <a:r>
              <a:rPr lang="en-US" dirty="0"/>
              <a:t> LIKE ‘a%';</a:t>
            </a:r>
          </a:p>
          <a:p>
            <a:endParaRPr lang="en-GB" dirty="0"/>
          </a:p>
        </p:txBody>
      </p:sp>
    </p:spTree>
    <p:extLst>
      <p:ext uri="{BB962C8B-B14F-4D97-AF65-F5344CB8AC3E}">
        <p14:creationId xmlns:p14="http://schemas.microsoft.com/office/powerpoint/2010/main" val="3723183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573B3-FB3D-408C-A1CF-92181D347432}"/>
              </a:ext>
            </a:extLst>
          </p:cNvPr>
          <p:cNvSpPr>
            <a:spLocks noGrp="1"/>
          </p:cNvSpPr>
          <p:nvPr>
            <p:ph type="title"/>
          </p:nvPr>
        </p:nvSpPr>
        <p:spPr/>
        <p:txBody>
          <a:bodyPr/>
          <a:lstStyle/>
          <a:p>
            <a:r>
              <a:rPr lang="en-US" dirty="0"/>
              <a:t>SELECT …ORDER BY</a:t>
            </a:r>
            <a:endParaRPr lang="en-GB" dirty="0"/>
          </a:p>
        </p:txBody>
      </p:sp>
      <p:sp>
        <p:nvSpPr>
          <p:cNvPr id="3" name="Content Placeholder 2">
            <a:extLst>
              <a:ext uri="{FF2B5EF4-FFF2-40B4-BE49-F238E27FC236}">
                <a16:creationId xmlns:a16="http://schemas.microsoft.com/office/drawing/2014/main" id="{F07489AC-0DE1-4A53-A8DA-85249B30CC61}"/>
              </a:ext>
            </a:extLst>
          </p:cNvPr>
          <p:cNvSpPr>
            <a:spLocks noGrp="1"/>
          </p:cNvSpPr>
          <p:nvPr>
            <p:ph sz="half" idx="1"/>
          </p:nvPr>
        </p:nvSpPr>
        <p:spPr>
          <a:xfrm>
            <a:off x="1298448" y="2560320"/>
            <a:ext cx="4718304" cy="3467618"/>
          </a:xfrm>
        </p:spPr>
        <p:txBody>
          <a:bodyPr>
            <a:normAutofit lnSpcReduction="10000"/>
          </a:bodyPr>
          <a:lstStyle/>
          <a:p>
            <a:r>
              <a:rPr lang="en-US" dirty="0"/>
              <a:t>Query results may be sorted using the ORDER BY clause.</a:t>
            </a:r>
          </a:p>
          <a:p>
            <a:r>
              <a:rPr lang="en-US" sz="1800" b="1" dirty="0">
                <a:solidFill>
                  <a:srgbClr val="FF0000"/>
                </a:solidFill>
                <a:latin typeface="Courier New" pitchFamily="49" charset="0"/>
              </a:rPr>
              <a:t>SELECT 	*</a:t>
            </a:r>
          </a:p>
          <a:p>
            <a:pPr marL="0" indent="0">
              <a:buNone/>
            </a:pPr>
            <a:r>
              <a:rPr lang="en-US" sz="1800" b="1" dirty="0">
                <a:solidFill>
                  <a:srgbClr val="FF0000"/>
                </a:solidFill>
                <a:latin typeface="Courier New" pitchFamily="49" charset="0"/>
              </a:rPr>
              <a:t>FROM 	</a:t>
            </a:r>
            <a:r>
              <a:rPr lang="en-US" sz="1800" b="1" dirty="0" err="1">
                <a:solidFill>
                  <a:srgbClr val="FF0000"/>
                </a:solidFill>
                <a:latin typeface="Courier New" pitchFamily="49" charset="0"/>
              </a:rPr>
              <a:t>tablename</a:t>
            </a:r>
            <a:endParaRPr lang="en-US" sz="1800" b="1" dirty="0">
              <a:solidFill>
                <a:srgbClr val="FF0000"/>
              </a:solidFill>
              <a:latin typeface="Courier New" pitchFamily="49" charset="0"/>
            </a:endParaRPr>
          </a:p>
          <a:p>
            <a:pPr marL="0" indent="0">
              <a:buNone/>
            </a:pPr>
            <a:r>
              <a:rPr lang="en-US" sz="1800" b="1" dirty="0">
                <a:solidFill>
                  <a:srgbClr val="FF0000"/>
                </a:solidFill>
                <a:latin typeface="Courier New" pitchFamily="49" charset="0"/>
              </a:rPr>
              <a:t>ORDER BY 	col1;</a:t>
            </a:r>
          </a:p>
          <a:p>
            <a:pPr marL="0" indent="0">
              <a:buNone/>
            </a:pPr>
            <a:r>
              <a:rPr lang="en-US" sz="1800" b="1" dirty="0">
                <a:solidFill>
                  <a:srgbClr val="FF0000"/>
                </a:solidFill>
                <a:latin typeface="Courier New" pitchFamily="49" charset="0"/>
              </a:rPr>
              <a:t>*- all attributes</a:t>
            </a:r>
          </a:p>
          <a:p>
            <a:pPr marL="0" indent="0">
              <a:buNone/>
            </a:pPr>
            <a:r>
              <a:rPr lang="en-US" sz="1800" b="1" dirty="0" err="1">
                <a:solidFill>
                  <a:srgbClr val="FF0000"/>
                </a:solidFill>
                <a:latin typeface="Courier New" pitchFamily="49" charset="0"/>
              </a:rPr>
              <a:t>tablename</a:t>
            </a:r>
            <a:r>
              <a:rPr lang="en-US" sz="1800" b="1" dirty="0">
                <a:solidFill>
                  <a:srgbClr val="FF0000"/>
                </a:solidFill>
                <a:latin typeface="Courier New" pitchFamily="49" charset="0"/>
              </a:rPr>
              <a:t>- name of the relation we wish to extract data from</a:t>
            </a:r>
          </a:p>
          <a:p>
            <a:pPr marL="0" indent="0">
              <a:buNone/>
            </a:pPr>
            <a:r>
              <a:rPr lang="en-US" sz="1800" b="1" dirty="0">
                <a:solidFill>
                  <a:srgbClr val="FF0000"/>
                </a:solidFill>
                <a:latin typeface="Courier New" pitchFamily="49" charset="0"/>
              </a:rPr>
              <a:t>Col1- attribute to order the query results</a:t>
            </a:r>
          </a:p>
        </p:txBody>
      </p:sp>
      <p:sp>
        <p:nvSpPr>
          <p:cNvPr id="4" name="Content Placeholder 3">
            <a:extLst>
              <a:ext uri="{FF2B5EF4-FFF2-40B4-BE49-F238E27FC236}">
                <a16:creationId xmlns:a16="http://schemas.microsoft.com/office/drawing/2014/main" id="{C7B28419-94CC-4B3B-8C73-FF5527A9CBA1}"/>
              </a:ext>
            </a:extLst>
          </p:cNvPr>
          <p:cNvSpPr>
            <a:spLocks noGrp="1"/>
          </p:cNvSpPr>
          <p:nvPr>
            <p:ph sz="half" idx="2"/>
          </p:nvPr>
        </p:nvSpPr>
        <p:spPr/>
        <p:txBody>
          <a:bodyPr>
            <a:normAutofit lnSpcReduction="10000"/>
          </a:bodyPr>
          <a:lstStyle/>
          <a:p>
            <a:r>
              <a:rPr lang="en-US" sz="2400" b="1" dirty="0">
                <a:solidFill>
                  <a:srgbClr val="7030A0"/>
                </a:solidFill>
                <a:latin typeface="Courier New" pitchFamily="49" charset="0"/>
              </a:rPr>
              <a:t>SELECT 	*</a:t>
            </a:r>
          </a:p>
          <a:p>
            <a:pPr marL="0" indent="0">
              <a:buNone/>
            </a:pPr>
            <a:r>
              <a:rPr lang="en-US" sz="2400" b="1" dirty="0">
                <a:solidFill>
                  <a:srgbClr val="7030A0"/>
                </a:solidFill>
                <a:latin typeface="Courier New" pitchFamily="49" charset="0"/>
              </a:rPr>
              <a:t>FROM 	Student</a:t>
            </a:r>
          </a:p>
          <a:p>
            <a:pPr marL="0" indent="0">
              <a:buNone/>
            </a:pPr>
            <a:r>
              <a:rPr lang="en-US" sz="2400" b="1" dirty="0">
                <a:solidFill>
                  <a:srgbClr val="7030A0"/>
                </a:solidFill>
                <a:latin typeface="Courier New" pitchFamily="49" charset="0"/>
              </a:rPr>
              <a:t>ORDER BY 	</a:t>
            </a:r>
            <a:r>
              <a:rPr lang="en-US" sz="2400" b="1" dirty="0" err="1">
                <a:solidFill>
                  <a:srgbClr val="7030A0"/>
                </a:solidFill>
                <a:latin typeface="Courier New" pitchFamily="49" charset="0"/>
              </a:rPr>
              <a:t>studentno</a:t>
            </a:r>
            <a:r>
              <a:rPr lang="en-US" sz="2400" b="1" dirty="0">
                <a:solidFill>
                  <a:srgbClr val="7030A0"/>
                </a:solidFill>
                <a:latin typeface="Courier New" pitchFamily="49" charset="0"/>
              </a:rPr>
              <a:t>;</a:t>
            </a:r>
            <a:endParaRPr lang="en-GB" dirty="0">
              <a:solidFill>
                <a:srgbClr val="7030A0"/>
              </a:solidFill>
            </a:endParaRPr>
          </a:p>
          <a:p>
            <a:r>
              <a:rPr lang="en-GB" dirty="0">
                <a:solidFill>
                  <a:schemeClr val="accent2"/>
                </a:solidFill>
              </a:rPr>
              <a:t>Will display all the columns in the table Student in order of </a:t>
            </a:r>
            <a:r>
              <a:rPr lang="en-GB" dirty="0" err="1">
                <a:solidFill>
                  <a:schemeClr val="accent2"/>
                </a:solidFill>
              </a:rPr>
              <a:t>studentno</a:t>
            </a:r>
            <a:r>
              <a:rPr lang="en-GB" dirty="0">
                <a:solidFill>
                  <a:schemeClr val="accent2"/>
                </a:solidFill>
              </a:rPr>
              <a:t>.</a:t>
            </a:r>
          </a:p>
        </p:txBody>
      </p:sp>
    </p:spTree>
    <p:extLst>
      <p:ext uri="{BB962C8B-B14F-4D97-AF65-F5344CB8AC3E}">
        <p14:creationId xmlns:p14="http://schemas.microsoft.com/office/powerpoint/2010/main" val="257233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BB1E9-F6FB-4B73-82CA-95599C433DA6}"/>
              </a:ext>
            </a:extLst>
          </p:cNvPr>
          <p:cNvSpPr>
            <a:spLocks noGrp="1"/>
          </p:cNvSpPr>
          <p:nvPr>
            <p:ph type="title"/>
          </p:nvPr>
        </p:nvSpPr>
        <p:spPr/>
        <p:txBody>
          <a:bodyPr/>
          <a:lstStyle/>
          <a:p>
            <a:r>
              <a:rPr lang="en-US" dirty="0"/>
              <a:t>SELECT … ORDER BY </a:t>
            </a:r>
            <a:endParaRPr lang="en-GB" dirty="0"/>
          </a:p>
        </p:txBody>
      </p:sp>
      <p:sp>
        <p:nvSpPr>
          <p:cNvPr id="3" name="Content Placeholder 2">
            <a:extLst>
              <a:ext uri="{FF2B5EF4-FFF2-40B4-BE49-F238E27FC236}">
                <a16:creationId xmlns:a16="http://schemas.microsoft.com/office/drawing/2014/main" id="{6B3AC72E-6E17-4020-AE3A-FC28FC972FCA}"/>
              </a:ext>
            </a:extLst>
          </p:cNvPr>
          <p:cNvSpPr>
            <a:spLocks noGrp="1"/>
          </p:cNvSpPr>
          <p:nvPr>
            <p:ph sz="half" idx="1"/>
          </p:nvPr>
        </p:nvSpPr>
        <p:spPr/>
        <p:txBody>
          <a:bodyPr>
            <a:normAutofit/>
          </a:bodyPr>
          <a:lstStyle/>
          <a:p>
            <a:r>
              <a:rPr lang="en-US" dirty="0"/>
              <a:t>ORDER BY clause is used to sort the data in ascending or descending order, based on one or more columns</a:t>
            </a:r>
            <a:r>
              <a:rPr lang="en-US" b="0" i="0" dirty="0">
                <a:solidFill>
                  <a:srgbClr val="000000"/>
                </a:solidFill>
                <a:effectLst/>
                <a:latin typeface="Arial" panose="020B0604020202020204" pitchFamily="34" charset="0"/>
              </a:rPr>
              <a:t>.</a:t>
            </a:r>
          </a:p>
          <a:p>
            <a:r>
              <a:rPr lang="en-GB" dirty="0">
                <a:solidFill>
                  <a:srgbClr val="FF0000"/>
                </a:solidFill>
              </a:rPr>
              <a:t>SELECT columns </a:t>
            </a:r>
          </a:p>
          <a:p>
            <a:pPr marL="0" indent="0">
              <a:buNone/>
            </a:pPr>
            <a:r>
              <a:rPr lang="en-GB" dirty="0">
                <a:solidFill>
                  <a:srgbClr val="FF0000"/>
                </a:solidFill>
              </a:rPr>
              <a:t>FROM </a:t>
            </a:r>
            <a:r>
              <a:rPr lang="en-GB" dirty="0" err="1">
                <a:solidFill>
                  <a:srgbClr val="FF0000"/>
                </a:solidFill>
              </a:rPr>
              <a:t>tablename</a:t>
            </a:r>
            <a:endParaRPr lang="en-GB" dirty="0">
              <a:solidFill>
                <a:srgbClr val="FF0000"/>
              </a:solidFill>
            </a:endParaRPr>
          </a:p>
          <a:p>
            <a:pPr marL="0" indent="0">
              <a:buNone/>
            </a:pPr>
            <a:r>
              <a:rPr lang="en-GB" dirty="0">
                <a:solidFill>
                  <a:srgbClr val="FF0000"/>
                </a:solidFill>
              </a:rPr>
              <a:t>WHERE condition ORDER BY col1, col2 ASC|DESC</a:t>
            </a:r>
          </a:p>
          <a:p>
            <a:endParaRPr lang="en-GB" dirty="0"/>
          </a:p>
        </p:txBody>
      </p:sp>
      <p:sp>
        <p:nvSpPr>
          <p:cNvPr id="4" name="Content Placeholder 3">
            <a:extLst>
              <a:ext uri="{FF2B5EF4-FFF2-40B4-BE49-F238E27FC236}">
                <a16:creationId xmlns:a16="http://schemas.microsoft.com/office/drawing/2014/main" id="{428C6A2A-C383-40CE-9E09-F6489A8D4A6C}"/>
              </a:ext>
            </a:extLst>
          </p:cNvPr>
          <p:cNvSpPr>
            <a:spLocks noGrp="1"/>
          </p:cNvSpPr>
          <p:nvPr>
            <p:ph sz="half" idx="2"/>
          </p:nvPr>
        </p:nvSpPr>
        <p:spPr/>
        <p:txBody>
          <a:bodyPr>
            <a:normAutofit/>
          </a:bodyPr>
          <a:lstStyle/>
          <a:p>
            <a:pPr marL="0" indent="0">
              <a:buNone/>
            </a:pPr>
            <a:r>
              <a:rPr lang="en-US" dirty="0">
                <a:solidFill>
                  <a:schemeClr val="accent3"/>
                </a:solidFill>
              </a:rPr>
              <a:t>SELECT </a:t>
            </a:r>
            <a:r>
              <a:rPr lang="en-US" dirty="0" err="1">
                <a:solidFill>
                  <a:schemeClr val="accent3"/>
                </a:solidFill>
              </a:rPr>
              <a:t>studentno</a:t>
            </a:r>
            <a:r>
              <a:rPr lang="en-US" dirty="0">
                <a:solidFill>
                  <a:schemeClr val="accent3"/>
                </a:solidFill>
              </a:rPr>
              <a:t>, </a:t>
            </a:r>
            <a:r>
              <a:rPr lang="en-US" dirty="0" err="1">
                <a:solidFill>
                  <a:schemeClr val="accent3"/>
                </a:solidFill>
              </a:rPr>
              <a:t>Given_Name</a:t>
            </a:r>
            <a:endParaRPr lang="en-US" dirty="0">
              <a:solidFill>
                <a:schemeClr val="accent3"/>
              </a:solidFill>
            </a:endParaRPr>
          </a:p>
          <a:p>
            <a:pPr marL="0" indent="0">
              <a:buNone/>
            </a:pPr>
            <a:r>
              <a:rPr lang="en-US" dirty="0">
                <a:solidFill>
                  <a:schemeClr val="accent3"/>
                </a:solidFill>
              </a:rPr>
              <a:t>FROM Student</a:t>
            </a:r>
          </a:p>
          <a:p>
            <a:pPr marL="0" indent="0">
              <a:buNone/>
            </a:pPr>
            <a:r>
              <a:rPr lang="en-US" dirty="0">
                <a:solidFill>
                  <a:schemeClr val="accent3"/>
                </a:solidFill>
              </a:rPr>
              <a:t>WHERE </a:t>
            </a:r>
            <a:r>
              <a:rPr lang="en-US" dirty="0" err="1">
                <a:solidFill>
                  <a:schemeClr val="accent3"/>
                </a:solidFill>
              </a:rPr>
              <a:t>Last_Name</a:t>
            </a:r>
            <a:r>
              <a:rPr lang="en-US" dirty="0">
                <a:solidFill>
                  <a:schemeClr val="accent3"/>
                </a:solidFill>
              </a:rPr>
              <a:t> =“James”</a:t>
            </a:r>
          </a:p>
          <a:p>
            <a:pPr marL="0" indent="0">
              <a:buNone/>
            </a:pPr>
            <a:r>
              <a:rPr lang="en-US" dirty="0">
                <a:solidFill>
                  <a:schemeClr val="accent3"/>
                </a:solidFill>
              </a:rPr>
              <a:t>ORDER BY </a:t>
            </a:r>
            <a:r>
              <a:rPr lang="en-US" dirty="0" err="1">
                <a:solidFill>
                  <a:schemeClr val="accent3"/>
                </a:solidFill>
              </a:rPr>
              <a:t>studentno</a:t>
            </a:r>
            <a:r>
              <a:rPr lang="en-US" dirty="0">
                <a:solidFill>
                  <a:schemeClr val="accent3"/>
                </a:solidFill>
              </a:rPr>
              <a:t> ASC;</a:t>
            </a:r>
          </a:p>
          <a:p>
            <a:r>
              <a:rPr lang="en-US" dirty="0"/>
              <a:t>What will be the result of this query given the Student table displayed earlier in these slides</a:t>
            </a:r>
          </a:p>
          <a:p>
            <a:endParaRPr lang="en-GB" dirty="0"/>
          </a:p>
        </p:txBody>
      </p:sp>
    </p:spTree>
    <p:extLst>
      <p:ext uri="{BB962C8B-B14F-4D97-AF65-F5344CB8AC3E}">
        <p14:creationId xmlns:p14="http://schemas.microsoft.com/office/powerpoint/2010/main" val="1742813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44686-9888-4EF1-8E42-0CC2E474E237}"/>
              </a:ext>
            </a:extLst>
          </p:cNvPr>
          <p:cNvSpPr>
            <a:spLocks noGrp="1"/>
          </p:cNvSpPr>
          <p:nvPr>
            <p:ph type="title"/>
          </p:nvPr>
        </p:nvSpPr>
        <p:spPr/>
        <p:txBody>
          <a:bodyPr/>
          <a:lstStyle/>
          <a:p>
            <a:r>
              <a:rPr lang="en-US" dirty="0"/>
              <a:t>SELECT …GROUP BY</a:t>
            </a:r>
            <a:endParaRPr lang="en-GB" dirty="0"/>
          </a:p>
        </p:txBody>
      </p:sp>
      <p:sp>
        <p:nvSpPr>
          <p:cNvPr id="3" name="Content Placeholder 2">
            <a:extLst>
              <a:ext uri="{FF2B5EF4-FFF2-40B4-BE49-F238E27FC236}">
                <a16:creationId xmlns:a16="http://schemas.microsoft.com/office/drawing/2014/main" id="{12B1FB0B-8DC4-4255-B4FC-FC17F8157F5D}"/>
              </a:ext>
            </a:extLst>
          </p:cNvPr>
          <p:cNvSpPr>
            <a:spLocks noGrp="1"/>
          </p:cNvSpPr>
          <p:nvPr>
            <p:ph sz="half" idx="1"/>
          </p:nvPr>
        </p:nvSpPr>
        <p:spPr/>
        <p:txBody>
          <a:bodyPr/>
          <a:lstStyle/>
          <a:p>
            <a:r>
              <a:rPr lang="en-US" dirty="0"/>
              <a:t>GROUP BY clause is used in collaboration with the SELECT statement to arrange identical data into groups. </a:t>
            </a:r>
          </a:p>
          <a:p>
            <a:r>
              <a:rPr lang="en-US" dirty="0"/>
              <a:t>This GROUP BY clause follows the WHERE clause in a SELECT statement and precedes the ORDER BY clause</a:t>
            </a:r>
            <a:endParaRPr lang="en-GB" dirty="0"/>
          </a:p>
        </p:txBody>
      </p:sp>
      <p:sp>
        <p:nvSpPr>
          <p:cNvPr id="4" name="Content Placeholder 3">
            <a:extLst>
              <a:ext uri="{FF2B5EF4-FFF2-40B4-BE49-F238E27FC236}">
                <a16:creationId xmlns:a16="http://schemas.microsoft.com/office/drawing/2014/main" id="{1D0B54D8-3328-4F05-BF2F-3A8BF2702CB2}"/>
              </a:ext>
            </a:extLst>
          </p:cNvPr>
          <p:cNvSpPr>
            <a:spLocks noGrp="1"/>
          </p:cNvSpPr>
          <p:nvPr>
            <p:ph sz="half" idx="2"/>
          </p:nvPr>
        </p:nvSpPr>
        <p:spPr/>
        <p:txBody>
          <a:bodyPr/>
          <a:lstStyle/>
          <a:p>
            <a:r>
              <a:rPr lang="en-US" dirty="0">
                <a:solidFill>
                  <a:srgbClr val="FF0000"/>
                </a:solidFill>
              </a:rPr>
              <a:t>SELECT col1, col2</a:t>
            </a:r>
          </a:p>
          <a:p>
            <a:pPr marL="0" indent="0">
              <a:buNone/>
            </a:pPr>
            <a:r>
              <a:rPr lang="en-US" dirty="0">
                <a:solidFill>
                  <a:srgbClr val="FF0000"/>
                </a:solidFill>
              </a:rPr>
              <a:t>FROM </a:t>
            </a:r>
            <a:r>
              <a:rPr lang="en-US" dirty="0" err="1">
                <a:solidFill>
                  <a:srgbClr val="FF0000"/>
                </a:solidFill>
              </a:rPr>
              <a:t>tablename</a:t>
            </a:r>
            <a:endParaRPr lang="en-US" dirty="0">
              <a:solidFill>
                <a:srgbClr val="FF0000"/>
              </a:solidFill>
            </a:endParaRPr>
          </a:p>
          <a:p>
            <a:pPr marL="0" indent="0">
              <a:buNone/>
            </a:pPr>
            <a:r>
              <a:rPr lang="en-US" dirty="0">
                <a:solidFill>
                  <a:srgbClr val="FF0000"/>
                </a:solidFill>
              </a:rPr>
              <a:t>WHERE conditions</a:t>
            </a:r>
          </a:p>
          <a:p>
            <a:pPr marL="0" indent="0">
              <a:buNone/>
            </a:pPr>
            <a:r>
              <a:rPr lang="en-US" dirty="0">
                <a:solidFill>
                  <a:srgbClr val="FF0000"/>
                </a:solidFill>
              </a:rPr>
              <a:t>GROUP BY col1, col2</a:t>
            </a:r>
          </a:p>
          <a:p>
            <a:pPr marL="0" indent="0">
              <a:buNone/>
            </a:pPr>
            <a:r>
              <a:rPr lang="en-US" dirty="0">
                <a:solidFill>
                  <a:srgbClr val="FF0000"/>
                </a:solidFill>
              </a:rPr>
              <a:t>ORDER BY col1 ;</a:t>
            </a:r>
            <a:endParaRPr lang="en-GB" dirty="0">
              <a:solidFill>
                <a:srgbClr val="FF0000"/>
              </a:solidFill>
            </a:endParaRPr>
          </a:p>
        </p:txBody>
      </p:sp>
    </p:spTree>
    <p:extLst>
      <p:ext uri="{BB962C8B-B14F-4D97-AF65-F5344CB8AC3E}">
        <p14:creationId xmlns:p14="http://schemas.microsoft.com/office/powerpoint/2010/main" val="754558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0910A-DE20-4F6B-94A4-1A87146CB90E}"/>
              </a:ext>
            </a:extLst>
          </p:cNvPr>
          <p:cNvSpPr>
            <a:spLocks noGrp="1"/>
          </p:cNvSpPr>
          <p:nvPr>
            <p:ph type="title"/>
          </p:nvPr>
        </p:nvSpPr>
        <p:spPr/>
        <p:txBody>
          <a:bodyPr/>
          <a:lstStyle/>
          <a:p>
            <a:r>
              <a:rPr lang="en-US" dirty="0"/>
              <a:t>SELECT … GROUP BY</a:t>
            </a:r>
            <a:endParaRPr lang="en-GB" dirty="0"/>
          </a:p>
        </p:txBody>
      </p:sp>
      <p:sp>
        <p:nvSpPr>
          <p:cNvPr id="3" name="Content Placeholder 2">
            <a:extLst>
              <a:ext uri="{FF2B5EF4-FFF2-40B4-BE49-F238E27FC236}">
                <a16:creationId xmlns:a16="http://schemas.microsoft.com/office/drawing/2014/main" id="{4F5484F3-D1D5-4A3D-99D7-E31F64BCE1A3}"/>
              </a:ext>
            </a:extLst>
          </p:cNvPr>
          <p:cNvSpPr>
            <a:spLocks noGrp="1"/>
          </p:cNvSpPr>
          <p:nvPr>
            <p:ph sz="half" idx="1"/>
          </p:nvPr>
        </p:nvSpPr>
        <p:spPr/>
        <p:txBody>
          <a:bodyPr/>
          <a:lstStyle/>
          <a:p>
            <a:r>
              <a:rPr lang="en-GB" dirty="0"/>
              <a:t>The GROUP BY statement is often used with aggregate functions (COUNT, MAX, MIN, SUM, AVG).</a:t>
            </a:r>
          </a:p>
          <a:p>
            <a:endParaRPr lang="en-GB" dirty="0"/>
          </a:p>
        </p:txBody>
      </p:sp>
      <p:sp>
        <p:nvSpPr>
          <p:cNvPr id="4" name="Content Placeholder 3">
            <a:extLst>
              <a:ext uri="{FF2B5EF4-FFF2-40B4-BE49-F238E27FC236}">
                <a16:creationId xmlns:a16="http://schemas.microsoft.com/office/drawing/2014/main" id="{58F8DF5E-73F9-4E2D-873B-15A423851DE4}"/>
              </a:ext>
            </a:extLst>
          </p:cNvPr>
          <p:cNvSpPr>
            <a:spLocks noGrp="1"/>
          </p:cNvSpPr>
          <p:nvPr>
            <p:ph sz="half" idx="2"/>
          </p:nvPr>
        </p:nvSpPr>
        <p:spPr/>
        <p:txBody>
          <a:bodyPr/>
          <a:lstStyle/>
          <a:p>
            <a:r>
              <a:rPr lang="en-GB" dirty="0"/>
              <a:t>There are times you want to retrieve results based on aggregated functions such as finding the average, finding the sum, counting the number of results, finding the minimum and maximum values.</a:t>
            </a:r>
          </a:p>
          <a:p>
            <a:endParaRPr lang="en-GB" dirty="0"/>
          </a:p>
        </p:txBody>
      </p:sp>
    </p:spTree>
    <p:extLst>
      <p:ext uri="{BB962C8B-B14F-4D97-AF65-F5344CB8AC3E}">
        <p14:creationId xmlns:p14="http://schemas.microsoft.com/office/powerpoint/2010/main" val="1049013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675A-8A1A-4116-B983-769BFD7F167A}"/>
              </a:ext>
            </a:extLst>
          </p:cNvPr>
          <p:cNvSpPr>
            <a:spLocks noGrp="1"/>
          </p:cNvSpPr>
          <p:nvPr>
            <p:ph type="title"/>
          </p:nvPr>
        </p:nvSpPr>
        <p:spPr/>
        <p:txBody>
          <a:bodyPr/>
          <a:lstStyle/>
          <a:p>
            <a:r>
              <a:rPr lang="en-US" dirty="0"/>
              <a:t>SELECT… GROUPBY</a:t>
            </a:r>
            <a:endParaRPr lang="en-GB" dirty="0"/>
          </a:p>
        </p:txBody>
      </p:sp>
      <p:sp>
        <p:nvSpPr>
          <p:cNvPr id="3" name="Content Placeholder 2">
            <a:extLst>
              <a:ext uri="{FF2B5EF4-FFF2-40B4-BE49-F238E27FC236}">
                <a16:creationId xmlns:a16="http://schemas.microsoft.com/office/drawing/2014/main" id="{DBDDA8AA-2A46-40CB-B3F0-05191681A2D2}"/>
              </a:ext>
            </a:extLst>
          </p:cNvPr>
          <p:cNvSpPr>
            <a:spLocks noGrp="1"/>
          </p:cNvSpPr>
          <p:nvPr>
            <p:ph sz="half" idx="1"/>
          </p:nvPr>
        </p:nvSpPr>
        <p:spPr/>
        <p:txBody>
          <a:bodyPr>
            <a:normAutofit lnSpcReduction="10000"/>
          </a:bodyPr>
          <a:lstStyle/>
          <a:p>
            <a:r>
              <a:rPr lang="en-US" dirty="0"/>
              <a:t>SUM sums the values in the collection </a:t>
            </a:r>
          </a:p>
          <a:p>
            <a:r>
              <a:rPr lang="en-US" dirty="0"/>
              <a:t>AVG computes average of values in the collection </a:t>
            </a:r>
          </a:p>
          <a:p>
            <a:r>
              <a:rPr lang="en-US" dirty="0"/>
              <a:t>COUNT counts number of elements in the collection </a:t>
            </a:r>
          </a:p>
          <a:p>
            <a:r>
              <a:rPr lang="en-US" dirty="0"/>
              <a:t>MIN returns minimum value in the collection </a:t>
            </a:r>
          </a:p>
          <a:p>
            <a:r>
              <a:rPr lang="en-US" dirty="0"/>
              <a:t>MAX returns maximum value in the collection</a:t>
            </a:r>
            <a:endParaRPr lang="en-GB" dirty="0"/>
          </a:p>
        </p:txBody>
      </p:sp>
      <p:sp>
        <p:nvSpPr>
          <p:cNvPr id="4" name="Content Placeholder 3">
            <a:extLst>
              <a:ext uri="{FF2B5EF4-FFF2-40B4-BE49-F238E27FC236}">
                <a16:creationId xmlns:a16="http://schemas.microsoft.com/office/drawing/2014/main" id="{7E29B083-E1B6-4EF8-8529-5F7A03D82ACE}"/>
              </a:ext>
            </a:extLst>
          </p:cNvPr>
          <p:cNvSpPr>
            <a:spLocks noGrp="1"/>
          </p:cNvSpPr>
          <p:nvPr>
            <p:ph sz="half" idx="2"/>
          </p:nvPr>
        </p:nvSpPr>
        <p:spPr/>
        <p:txBody>
          <a:bodyPr>
            <a:normAutofit lnSpcReduction="10000"/>
          </a:bodyPr>
          <a:lstStyle/>
          <a:p>
            <a:r>
              <a:rPr lang="en-US" dirty="0"/>
              <a:t>SELECT AVG(balance) FROM account WHERE </a:t>
            </a:r>
            <a:r>
              <a:rPr lang="en-US" dirty="0" err="1"/>
              <a:t>branch_name</a:t>
            </a:r>
            <a:r>
              <a:rPr lang="en-US" dirty="0"/>
              <a:t> = '</a:t>
            </a:r>
            <a:r>
              <a:rPr lang="en-US" dirty="0" err="1"/>
              <a:t>Perryridge</a:t>
            </a:r>
            <a:r>
              <a:rPr lang="en-US" dirty="0"/>
              <a:t>’</a:t>
            </a:r>
          </a:p>
          <a:p>
            <a:r>
              <a:rPr lang="en-US" dirty="0"/>
              <a:t>SELECT MIN(amount) AS </a:t>
            </a:r>
            <a:r>
              <a:rPr lang="en-US" dirty="0" err="1"/>
              <a:t>min_amt</a:t>
            </a:r>
            <a:r>
              <a:rPr lang="en-US" dirty="0"/>
              <a:t>, MAX(amount) AS </a:t>
            </a:r>
            <a:r>
              <a:rPr lang="en-US" dirty="0" err="1"/>
              <a:t>max_amt</a:t>
            </a:r>
            <a:r>
              <a:rPr lang="en-US" dirty="0"/>
              <a:t> FROM loan;</a:t>
            </a:r>
            <a:endParaRPr lang="en-GB" dirty="0"/>
          </a:p>
        </p:txBody>
      </p:sp>
    </p:spTree>
    <p:extLst>
      <p:ext uri="{BB962C8B-B14F-4D97-AF65-F5344CB8AC3E}">
        <p14:creationId xmlns:p14="http://schemas.microsoft.com/office/powerpoint/2010/main" val="1055403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50D5D-2D59-49FA-A9B8-4B9995298CF5}"/>
              </a:ext>
            </a:extLst>
          </p:cNvPr>
          <p:cNvSpPr>
            <a:spLocks noGrp="1"/>
          </p:cNvSpPr>
          <p:nvPr>
            <p:ph type="title"/>
          </p:nvPr>
        </p:nvSpPr>
        <p:spPr/>
        <p:txBody>
          <a:bodyPr/>
          <a:lstStyle/>
          <a:p>
            <a:r>
              <a:rPr lang="en-US" dirty="0"/>
              <a:t>AGGREGATE FUNCTIONS</a:t>
            </a:r>
            <a:endParaRPr lang="en-GB" dirty="0"/>
          </a:p>
        </p:txBody>
      </p:sp>
      <p:sp>
        <p:nvSpPr>
          <p:cNvPr id="3" name="Content Placeholder 2">
            <a:extLst>
              <a:ext uri="{FF2B5EF4-FFF2-40B4-BE49-F238E27FC236}">
                <a16:creationId xmlns:a16="http://schemas.microsoft.com/office/drawing/2014/main" id="{A9A13B99-D4C9-43A6-9ECD-BFE183C091D7}"/>
              </a:ext>
            </a:extLst>
          </p:cNvPr>
          <p:cNvSpPr>
            <a:spLocks noGrp="1"/>
          </p:cNvSpPr>
          <p:nvPr>
            <p:ph sz="half" idx="1"/>
          </p:nvPr>
        </p:nvSpPr>
        <p:spPr/>
        <p:txBody>
          <a:bodyPr>
            <a:normAutofit/>
          </a:bodyPr>
          <a:lstStyle/>
          <a:p>
            <a:pPr algn="just"/>
            <a:r>
              <a:rPr lang="en-GB" dirty="0"/>
              <a:t>SELECT COUNT(</a:t>
            </a:r>
            <a:r>
              <a:rPr lang="en-GB" dirty="0" err="1"/>
              <a:t>columnname</a:t>
            </a:r>
            <a:r>
              <a:rPr lang="en-GB" dirty="0"/>
              <a:t>) FROM  </a:t>
            </a:r>
            <a:r>
              <a:rPr lang="en-GB" altLang="en-US" dirty="0" err="1"/>
              <a:t>tablename</a:t>
            </a:r>
            <a:r>
              <a:rPr lang="en-GB" altLang="en-US" dirty="0"/>
              <a:t>;</a:t>
            </a:r>
          </a:p>
          <a:p>
            <a:pPr algn="just"/>
            <a:r>
              <a:rPr lang="en-GB" dirty="0"/>
              <a:t>SELECT AVG(columnname1) FROM </a:t>
            </a:r>
            <a:r>
              <a:rPr lang="en-GB" altLang="en-US" dirty="0" err="1"/>
              <a:t>tablename</a:t>
            </a:r>
            <a:r>
              <a:rPr lang="en-GB" altLang="en-US" dirty="0"/>
              <a:t>;</a:t>
            </a:r>
          </a:p>
          <a:p>
            <a:pPr algn="just"/>
            <a:r>
              <a:rPr lang="en-GB" dirty="0"/>
              <a:t>SELECT SUM(</a:t>
            </a:r>
            <a:r>
              <a:rPr lang="en-GB" dirty="0" err="1"/>
              <a:t>columnname</a:t>
            </a:r>
            <a:r>
              <a:rPr lang="en-GB" dirty="0"/>
              <a:t>) FROM </a:t>
            </a:r>
            <a:r>
              <a:rPr lang="en-GB" altLang="en-US" dirty="0" err="1"/>
              <a:t>tablename</a:t>
            </a:r>
            <a:r>
              <a:rPr lang="en-GB" altLang="en-US" dirty="0"/>
              <a:t>;</a:t>
            </a:r>
          </a:p>
          <a:p>
            <a:endParaRPr lang="en-GB" dirty="0"/>
          </a:p>
        </p:txBody>
      </p:sp>
      <p:sp>
        <p:nvSpPr>
          <p:cNvPr id="4" name="Content Placeholder 3">
            <a:extLst>
              <a:ext uri="{FF2B5EF4-FFF2-40B4-BE49-F238E27FC236}">
                <a16:creationId xmlns:a16="http://schemas.microsoft.com/office/drawing/2014/main" id="{63047F6C-EA00-4D7F-9A41-EE80A80BA45E}"/>
              </a:ext>
            </a:extLst>
          </p:cNvPr>
          <p:cNvSpPr>
            <a:spLocks noGrp="1"/>
          </p:cNvSpPr>
          <p:nvPr>
            <p:ph sz="half" idx="2"/>
          </p:nvPr>
        </p:nvSpPr>
        <p:spPr/>
        <p:txBody>
          <a:bodyPr>
            <a:normAutofit/>
          </a:bodyPr>
          <a:lstStyle/>
          <a:p>
            <a:pPr algn="just"/>
            <a:r>
              <a:rPr lang="en-GB" dirty="0"/>
              <a:t>SELECT MIN(</a:t>
            </a:r>
            <a:r>
              <a:rPr lang="en-GB" dirty="0" err="1"/>
              <a:t>columnname</a:t>
            </a:r>
            <a:r>
              <a:rPr lang="en-GB" dirty="0"/>
              <a:t>) FROM    </a:t>
            </a:r>
            <a:r>
              <a:rPr lang="en-GB" altLang="en-US" dirty="0" err="1"/>
              <a:t>tablename</a:t>
            </a:r>
            <a:r>
              <a:rPr lang="en-GB" altLang="en-US" dirty="0"/>
              <a:t>;</a:t>
            </a:r>
          </a:p>
          <a:p>
            <a:pPr algn="just"/>
            <a:r>
              <a:rPr lang="en-GB" dirty="0"/>
              <a:t>SELECT MAX(</a:t>
            </a:r>
            <a:r>
              <a:rPr lang="en-GB" dirty="0" err="1"/>
              <a:t>columname</a:t>
            </a:r>
            <a:r>
              <a:rPr lang="en-GB" dirty="0"/>
              <a:t>) FROM  </a:t>
            </a:r>
            <a:r>
              <a:rPr lang="en-GB" dirty="0" err="1"/>
              <a:t>tablename</a:t>
            </a:r>
            <a:r>
              <a:rPr lang="en-GB" altLang="en-US" dirty="0"/>
              <a:t>;</a:t>
            </a:r>
          </a:p>
          <a:p>
            <a:endParaRPr lang="en-GB" dirty="0"/>
          </a:p>
        </p:txBody>
      </p:sp>
    </p:spTree>
    <p:extLst>
      <p:ext uri="{BB962C8B-B14F-4D97-AF65-F5344CB8AC3E}">
        <p14:creationId xmlns:p14="http://schemas.microsoft.com/office/powerpoint/2010/main" val="926914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A1069-B8AB-4FB1-9085-931AB299C0DB}"/>
              </a:ext>
            </a:extLst>
          </p:cNvPr>
          <p:cNvSpPr>
            <a:spLocks noGrp="1"/>
          </p:cNvSpPr>
          <p:nvPr>
            <p:ph type="title"/>
          </p:nvPr>
        </p:nvSpPr>
        <p:spPr/>
        <p:txBody>
          <a:bodyPr/>
          <a:lstStyle/>
          <a:p>
            <a:r>
              <a:rPr lang="en-US" dirty="0"/>
              <a:t>HAVING CLAUSE</a:t>
            </a:r>
            <a:endParaRPr lang="en-GB" dirty="0"/>
          </a:p>
        </p:txBody>
      </p:sp>
      <p:sp>
        <p:nvSpPr>
          <p:cNvPr id="3" name="Content Placeholder 2">
            <a:extLst>
              <a:ext uri="{FF2B5EF4-FFF2-40B4-BE49-F238E27FC236}">
                <a16:creationId xmlns:a16="http://schemas.microsoft.com/office/drawing/2014/main" id="{336F79FB-8F43-48D2-9199-F5961D3366F2}"/>
              </a:ext>
            </a:extLst>
          </p:cNvPr>
          <p:cNvSpPr>
            <a:spLocks noGrp="1"/>
          </p:cNvSpPr>
          <p:nvPr>
            <p:ph sz="half" idx="1"/>
          </p:nvPr>
        </p:nvSpPr>
        <p:spPr/>
        <p:txBody>
          <a:bodyPr>
            <a:normAutofit lnSpcReduction="10000"/>
          </a:bodyPr>
          <a:lstStyle/>
          <a:p>
            <a:r>
              <a:rPr lang="en-US" dirty="0"/>
              <a:t>The HAVING Clause enables you to specify conditions that filter which group results appear in the results.</a:t>
            </a:r>
          </a:p>
          <a:p>
            <a:r>
              <a:rPr lang="en-US" dirty="0"/>
              <a:t>HAVING clause places conditions on groups created by the GROUP BY clause.</a:t>
            </a:r>
          </a:p>
          <a:p>
            <a:r>
              <a:rPr lang="en-US" dirty="0"/>
              <a:t>The HAVING clause must follow the GROUP BY clause in a query and must also precede the ORDER BY clause if used.</a:t>
            </a:r>
            <a:endParaRPr lang="en-GB" dirty="0"/>
          </a:p>
        </p:txBody>
      </p:sp>
      <p:sp>
        <p:nvSpPr>
          <p:cNvPr id="4" name="Content Placeholder 3">
            <a:extLst>
              <a:ext uri="{FF2B5EF4-FFF2-40B4-BE49-F238E27FC236}">
                <a16:creationId xmlns:a16="http://schemas.microsoft.com/office/drawing/2014/main" id="{DEF67DF1-903A-4E63-AFB5-B44AEF37A567}"/>
              </a:ext>
            </a:extLst>
          </p:cNvPr>
          <p:cNvSpPr>
            <a:spLocks noGrp="1"/>
          </p:cNvSpPr>
          <p:nvPr>
            <p:ph sz="half" idx="2"/>
          </p:nvPr>
        </p:nvSpPr>
        <p:spPr/>
        <p:txBody>
          <a:bodyPr>
            <a:normAutofit lnSpcReduction="10000"/>
          </a:bodyPr>
          <a:lstStyle/>
          <a:p>
            <a:r>
              <a:rPr lang="en-GB" dirty="0">
                <a:solidFill>
                  <a:srgbClr val="FF0000"/>
                </a:solidFill>
              </a:rPr>
              <a:t>SELECT </a:t>
            </a:r>
            <a:r>
              <a:rPr lang="en-GB" i="1" dirty="0" err="1">
                <a:solidFill>
                  <a:srgbClr val="FF0000"/>
                </a:solidFill>
              </a:rPr>
              <a:t>column_name</a:t>
            </a:r>
            <a:r>
              <a:rPr lang="en-GB" i="1" dirty="0">
                <a:solidFill>
                  <a:srgbClr val="FF0000"/>
                </a:solidFill>
              </a:rPr>
              <a:t>(s)</a:t>
            </a:r>
            <a:br>
              <a:rPr lang="en-GB" dirty="0">
                <a:solidFill>
                  <a:srgbClr val="FF0000"/>
                </a:solidFill>
              </a:rPr>
            </a:br>
            <a:r>
              <a:rPr lang="en-GB" dirty="0">
                <a:solidFill>
                  <a:srgbClr val="FF0000"/>
                </a:solidFill>
              </a:rPr>
              <a:t>FROM </a:t>
            </a:r>
            <a:r>
              <a:rPr lang="en-GB" i="1" dirty="0" err="1">
                <a:solidFill>
                  <a:srgbClr val="FF0000"/>
                </a:solidFill>
              </a:rPr>
              <a:t>table_name</a:t>
            </a:r>
            <a:br>
              <a:rPr lang="en-GB" dirty="0">
                <a:solidFill>
                  <a:srgbClr val="FF0000"/>
                </a:solidFill>
              </a:rPr>
            </a:br>
            <a:r>
              <a:rPr lang="en-GB" dirty="0">
                <a:solidFill>
                  <a:srgbClr val="FF0000"/>
                </a:solidFill>
              </a:rPr>
              <a:t>WHERE </a:t>
            </a:r>
            <a:r>
              <a:rPr lang="en-GB" i="1" dirty="0">
                <a:solidFill>
                  <a:srgbClr val="FF0000"/>
                </a:solidFill>
              </a:rPr>
              <a:t>condition</a:t>
            </a:r>
            <a:br>
              <a:rPr lang="en-GB" dirty="0">
                <a:solidFill>
                  <a:srgbClr val="FF0000"/>
                </a:solidFill>
              </a:rPr>
            </a:br>
            <a:r>
              <a:rPr lang="en-GB" dirty="0">
                <a:solidFill>
                  <a:srgbClr val="FF0000"/>
                </a:solidFill>
              </a:rPr>
              <a:t>GROUP BY </a:t>
            </a:r>
            <a:r>
              <a:rPr lang="en-GB" i="1" dirty="0" err="1">
                <a:solidFill>
                  <a:srgbClr val="FF0000"/>
                </a:solidFill>
              </a:rPr>
              <a:t>column_name</a:t>
            </a:r>
            <a:r>
              <a:rPr lang="en-GB" i="1" dirty="0">
                <a:solidFill>
                  <a:srgbClr val="FF0000"/>
                </a:solidFill>
              </a:rPr>
              <a:t>(s)</a:t>
            </a:r>
            <a:br>
              <a:rPr lang="en-GB" i="1" dirty="0">
                <a:solidFill>
                  <a:srgbClr val="FF0000"/>
                </a:solidFill>
              </a:rPr>
            </a:br>
            <a:r>
              <a:rPr lang="en-GB" dirty="0">
                <a:solidFill>
                  <a:srgbClr val="FF0000"/>
                </a:solidFill>
              </a:rPr>
              <a:t>HAVING </a:t>
            </a:r>
            <a:r>
              <a:rPr lang="en-GB" i="1" dirty="0">
                <a:solidFill>
                  <a:srgbClr val="FF0000"/>
                </a:solidFill>
              </a:rPr>
              <a:t>condition</a:t>
            </a:r>
            <a:br>
              <a:rPr lang="en-GB" i="1" dirty="0">
                <a:solidFill>
                  <a:srgbClr val="FF0000"/>
                </a:solidFill>
              </a:rPr>
            </a:br>
            <a:r>
              <a:rPr lang="en-GB" dirty="0">
                <a:solidFill>
                  <a:srgbClr val="FF0000"/>
                </a:solidFill>
              </a:rPr>
              <a:t>ORDER BY </a:t>
            </a:r>
            <a:r>
              <a:rPr lang="en-GB" i="1" dirty="0" err="1">
                <a:solidFill>
                  <a:srgbClr val="FF0000"/>
                </a:solidFill>
              </a:rPr>
              <a:t>column_name</a:t>
            </a:r>
            <a:r>
              <a:rPr lang="en-GB" i="1" dirty="0">
                <a:solidFill>
                  <a:srgbClr val="FF0000"/>
                </a:solidFill>
              </a:rPr>
              <a:t>(s);</a:t>
            </a:r>
            <a:endParaRPr lang="en-GB" dirty="0">
              <a:solidFill>
                <a:srgbClr val="FF0000"/>
              </a:solidFill>
            </a:endParaRPr>
          </a:p>
          <a:p>
            <a:endParaRPr lang="en-GB" dirty="0"/>
          </a:p>
        </p:txBody>
      </p:sp>
    </p:spTree>
    <p:extLst>
      <p:ext uri="{BB962C8B-B14F-4D97-AF65-F5344CB8AC3E}">
        <p14:creationId xmlns:p14="http://schemas.microsoft.com/office/powerpoint/2010/main" val="3070382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6F54D-FBB1-4026-82CD-A3980AFD2168}"/>
              </a:ext>
            </a:extLst>
          </p:cNvPr>
          <p:cNvSpPr>
            <a:spLocks noGrp="1"/>
          </p:cNvSpPr>
          <p:nvPr>
            <p:ph type="title"/>
          </p:nvPr>
        </p:nvSpPr>
        <p:spPr/>
        <p:txBody>
          <a:bodyPr/>
          <a:lstStyle/>
          <a:p>
            <a:r>
              <a:rPr lang="en-US" dirty="0"/>
              <a:t>SELECT … UNION</a:t>
            </a:r>
            <a:endParaRPr lang="en-GB" dirty="0"/>
          </a:p>
        </p:txBody>
      </p:sp>
      <p:sp>
        <p:nvSpPr>
          <p:cNvPr id="3" name="Content Placeholder 2">
            <a:extLst>
              <a:ext uri="{FF2B5EF4-FFF2-40B4-BE49-F238E27FC236}">
                <a16:creationId xmlns:a16="http://schemas.microsoft.com/office/drawing/2014/main" id="{0FBB925F-4287-4281-9B13-23D8092288BF}"/>
              </a:ext>
            </a:extLst>
          </p:cNvPr>
          <p:cNvSpPr>
            <a:spLocks noGrp="1"/>
          </p:cNvSpPr>
          <p:nvPr>
            <p:ph sz="half" idx="1"/>
          </p:nvPr>
        </p:nvSpPr>
        <p:spPr/>
        <p:txBody>
          <a:bodyPr/>
          <a:lstStyle/>
          <a:p>
            <a:pPr lvl="1"/>
            <a:r>
              <a:rPr lang="en-GB" dirty="0"/>
              <a:t>A UNION statement is used to combine the results of two or more select statements</a:t>
            </a:r>
          </a:p>
          <a:p>
            <a:pPr lvl="1"/>
            <a:r>
              <a:rPr lang="en-GB" dirty="0"/>
              <a:t>The different select statements must have the same number of columns, data types and order</a:t>
            </a:r>
          </a:p>
          <a:p>
            <a:pPr lvl="1"/>
            <a:r>
              <a:rPr lang="en-GB" dirty="0"/>
              <a:t>SELECT </a:t>
            </a:r>
            <a:r>
              <a:rPr lang="en-GB" i="1" dirty="0" err="1"/>
              <a:t>column_name</a:t>
            </a:r>
            <a:r>
              <a:rPr lang="en-GB" i="1" dirty="0"/>
              <a:t>(s)</a:t>
            </a:r>
            <a:r>
              <a:rPr lang="en-GB" dirty="0"/>
              <a:t> FROM </a:t>
            </a:r>
            <a:r>
              <a:rPr lang="en-GB" i="1" dirty="0"/>
              <a:t>table1</a:t>
            </a:r>
            <a:br>
              <a:rPr lang="en-GB" dirty="0"/>
            </a:br>
            <a:r>
              <a:rPr lang="en-GB" dirty="0"/>
              <a:t>UNION</a:t>
            </a:r>
            <a:br>
              <a:rPr lang="en-GB" dirty="0"/>
            </a:br>
            <a:r>
              <a:rPr lang="en-GB" dirty="0"/>
              <a:t>SELECT </a:t>
            </a:r>
            <a:r>
              <a:rPr lang="en-GB" i="1" dirty="0" err="1"/>
              <a:t>column_name</a:t>
            </a:r>
            <a:r>
              <a:rPr lang="en-GB" i="1" dirty="0"/>
              <a:t>(s)</a:t>
            </a:r>
            <a:r>
              <a:rPr lang="en-GB" dirty="0"/>
              <a:t> FROM </a:t>
            </a:r>
            <a:r>
              <a:rPr lang="en-GB" i="1" dirty="0"/>
              <a:t>table2</a:t>
            </a:r>
            <a:r>
              <a:rPr lang="en-GB" dirty="0"/>
              <a:t>;</a:t>
            </a:r>
          </a:p>
          <a:p>
            <a:endParaRPr lang="en-GB" dirty="0"/>
          </a:p>
        </p:txBody>
      </p:sp>
    </p:spTree>
    <p:extLst>
      <p:ext uri="{BB962C8B-B14F-4D97-AF65-F5344CB8AC3E}">
        <p14:creationId xmlns:p14="http://schemas.microsoft.com/office/powerpoint/2010/main" val="1300383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EEEF2-3001-44BA-BA72-004F1B8E2027}"/>
              </a:ext>
            </a:extLst>
          </p:cNvPr>
          <p:cNvSpPr>
            <a:spLocks noGrp="1"/>
          </p:cNvSpPr>
          <p:nvPr>
            <p:ph type="title"/>
          </p:nvPr>
        </p:nvSpPr>
        <p:spPr/>
        <p:txBody>
          <a:bodyPr/>
          <a:lstStyle/>
          <a:p>
            <a:r>
              <a:rPr lang="en-US" dirty="0"/>
              <a:t>SELECT … UNION ALL</a:t>
            </a:r>
            <a:endParaRPr lang="en-GB" dirty="0"/>
          </a:p>
        </p:txBody>
      </p:sp>
      <p:sp>
        <p:nvSpPr>
          <p:cNvPr id="3" name="Content Placeholder 2">
            <a:extLst>
              <a:ext uri="{FF2B5EF4-FFF2-40B4-BE49-F238E27FC236}">
                <a16:creationId xmlns:a16="http://schemas.microsoft.com/office/drawing/2014/main" id="{201AB8F7-2245-4E80-A38A-5FABBDCC9A2E}"/>
              </a:ext>
            </a:extLst>
          </p:cNvPr>
          <p:cNvSpPr>
            <a:spLocks noGrp="1"/>
          </p:cNvSpPr>
          <p:nvPr>
            <p:ph sz="half" idx="1"/>
          </p:nvPr>
        </p:nvSpPr>
        <p:spPr/>
        <p:txBody>
          <a:bodyPr>
            <a:normAutofit/>
          </a:bodyPr>
          <a:lstStyle/>
          <a:p>
            <a:pPr lvl="1"/>
            <a:r>
              <a:rPr lang="en-GB" dirty="0"/>
              <a:t>A UNION ALL statement is used to combine the results of two or more select statements to retrieve duplicate  rows</a:t>
            </a:r>
          </a:p>
          <a:p>
            <a:pPr lvl="1"/>
            <a:r>
              <a:rPr lang="en-GB" dirty="0"/>
              <a:t>SELECT </a:t>
            </a:r>
            <a:r>
              <a:rPr lang="en-GB" dirty="0" err="1"/>
              <a:t>column_name</a:t>
            </a:r>
            <a:r>
              <a:rPr lang="en-GB" dirty="0"/>
              <a:t>(s) FROM table1</a:t>
            </a:r>
            <a:br>
              <a:rPr lang="en-GB" dirty="0"/>
            </a:br>
            <a:r>
              <a:rPr lang="en-GB" dirty="0"/>
              <a:t>UNION ALL</a:t>
            </a:r>
            <a:br>
              <a:rPr lang="en-GB" dirty="0"/>
            </a:br>
            <a:r>
              <a:rPr lang="en-GB" dirty="0"/>
              <a:t>SELECT </a:t>
            </a:r>
            <a:r>
              <a:rPr lang="en-GB" dirty="0" err="1"/>
              <a:t>column_name</a:t>
            </a:r>
            <a:r>
              <a:rPr lang="en-GB" dirty="0"/>
              <a:t>(s) FROM table2;</a:t>
            </a:r>
          </a:p>
        </p:txBody>
      </p:sp>
    </p:spTree>
    <p:extLst>
      <p:ext uri="{BB962C8B-B14F-4D97-AF65-F5344CB8AC3E}">
        <p14:creationId xmlns:p14="http://schemas.microsoft.com/office/powerpoint/2010/main" val="424646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19C6-A1A8-414D-9DDC-607F96BB4422}"/>
              </a:ext>
            </a:extLst>
          </p:cNvPr>
          <p:cNvSpPr>
            <a:spLocks noGrp="1"/>
          </p:cNvSpPr>
          <p:nvPr>
            <p:ph type="title"/>
          </p:nvPr>
        </p:nvSpPr>
        <p:spPr/>
        <p:txBody>
          <a:bodyPr/>
          <a:lstStyle/>
          <a:p>
            <a:r>
              <a:rPr lang="en-US" dirty="0"/>
              <a:t>ALIAS</a:t>
            </a:r>
            <a:endParaRPr lang="en-GB" dirty="0"/>
          </a:p>
        </p:txBody>
      </p:sp>
      <p:sp>
        <p:nvSpPr>
          <p:cNvPr id="3" name="Content Placeholder 2">
            <a:extLst>
              <a:ext uri="{FF2B5EF4-FFF2-40B4-BE49-F238E27FC236}">
                <a16:creationId xmlns:a16="http://schemas.microsoft.com/office/drawing/2014/main" id="{C271B167-FFF8-4E58-9D39-3EE24F6F2A58}"/>
              </a:ext>
            </a:extLst>
          </p:cNvPr>
          <p:cNvSpPr>
            <a:spLocks noGrp="1"/>
          </p:cNvSpPr>
          <p:nvPr>
            <p:ph sz="half" idx="1"/>
          </p:nvPr>
        </p:nvSpPr>
        <p:spPr/>
        <p:txBody>
          <a:bodyPr>
            <a:normAutofit/>
          </a:bodyPr>
          <a:lstStyle/>
          <a:p>
            <a:pPr lvl="1"/>
            <a:r>
              <a:rPr lang="en-US" sz="2400" dirty="0"/>
              <a:t>You can rename a table or a column temporarily by giving another name known as Alias. </a:t>
            </a:r>
          </a:p>
          <a:p>
            <a:pPr lvl="1"/>
            <a:r>
              <a:rPr lang="en-US" sz="2400" dirty="0"/>
              <a:t>The use of table aliases is to rename a table in a specific SQL statement. </a:t>
            </a:r>
          </a:p>
          <a:p>
            <a:pPr lvl="1"/>
            <a:r>
              <a:rPr lang="en-US" sz="2400" dirty="0"/>
              <a:t>The renaming is a temporary change and the actual table name does not change in the database. </a:t>
            </a:r>
          </a:p>
          <a:p>
            <a:pPr lvl="1"/>
            <a:r>
              <a:rPr lang="en-US" sz="2400" dirty="0"/>
              <a:t>The column aliases are used to rename a table's columns for the purpose of a particular SQL query.</a:t>
            </a:r>
            <a:endParaRPr lang="en-GB" sz="2400" dirty="0"/>
          </a:p>
          <a:p>
            <a:endParaRPr lang="en-GB" dirty="0"/>
          </a:p>
        </p:txBody>
      </p:sp>
      <p:sp>
        <p:nvSpPr>
          <p:cNvPr id="4" name="Content Placeholder 3">
            <a:extLst>
              <a:ext uri="{FF2B5EF4-FFF2-40B4-BE49-F238E27FC236}">
                <a16:creationId xmlns:a16="http://schemas.microsoft.com/office/drawing/2014/main" id="{E50E6C00-224B-433D-A0A6-48B968EF4E3C}"/>
              </a:ext>
            </a:extLst>
          </p:cNvPr>
          <p:cNvSpPr>
            <a:spLocks noGrp="1"/>
          </p:cNvSpPr>
          <p:nvPr>
            <p:ph sz="half" idx="2"/>
          </p:nvPr>
        </p:nvSpPr>
        <p:spPr>
          <a:xfrm>
            <a:off x="6181343" y="2560320"/>
            <a:ext cx="5190951" cy="3310128"/>
          </a:xfrm>
        </p:spPr>
        <p:txBody>
          <a:bodyPr>
            <a:normAutofit/>
          </a:bodyPr>
          <a:lstStyle/>
          <a:p>
            <a:pPr marL="0" indent="0">
              <a:buNone/>
            </a:pPr>
            <a:r>
              <a:rPr lang="en-GB" sz="2800" dirty="0">
                <a:solidFill>
                  <a:srgbClr val="FF0000"/>
                </a:solidFill>
              </a:rPr>
              <a:t>SELECT </a:t>
            </a:r>
            <a:r>
              <a:rPr lang="en-GB" sz="2800" dirty="0" err="1">
                <a:solidFill>
                  <a:srgbClr val="FF0000"/>
                </a:solidFill>
              </a:rPr>
              <a:t>column_name</a:t>
            </a:r>
            <a:r>
              <a:rPr lang="en-GB" sz="2800" dirty="0">
                <a:solidFill>
                  <a:srgbClr val="FF0000"/>
                </a:solidFill>
              </a:rPr>
              <a:t> AS </a:t>
            </a:r>
            <a:r>
              <a:rPr lang="en-GB" sz="2800" dirty="0" err="1">
                <a:solidFill>
                  <a:srgbClr val="FF0000"/>
                </a:solidFill>
              </a:rPr>
              <a:t>alias_name</a:t>
            </a:r>
            <a:br>
              <a:rPr lang="en-GB" sz="2800" dirty="0">
                <a:solidFill>
                  <a:srgbClr val="FF0000"/>
                </a:solidFill>
              </a:rPr>
            </a:br>
            <a:r>
              <a:rPr lang="en-GB" sz="2800" dirty="0">
                <a:solidFill>
                  <a:srgbClr val="FF0000"/>
                </a:solidFill>
              </a:rPr>
              <a:t>FROM </a:t>
            </a:r>
            <a:r>
              <a:rPr lang="en-GB" sz="2800" dirty="0" err="1">
                <a:solidFill>
                  <a:srgbClr val="FF0000"/>
                </a:solidFill>
              </a:rPr>
              <a:t>table_name</a:t>
            </a:r>
            <a:r>
              <a:rPr lang="en-GB" sz="2800" dirty="0">
                <a:solidFill>
                  <a:srgbClr val="FF0000"/>
                </a:solidFill>
              </a:rPr>
              <a:t>;</a:t>
            </a:r>
          </a:p>
          <a:p>
            <a:pPr lvl="1"/>
            <a:endParaRPr lang="en-GB" sz="2400" dirty="0"/>
          </a:p>
          <a:p>
            <a:pPr marL="0" indent="0">
              <a:buNone/>
            </a:pPr>
            <a:r>
              <a:rPr lang="en-GB" sz="2800" dirty="0">
                <a:solidFill>
                  <a:schemeClr val="accent3"/>
                </a:solidFill>
              </a:rPr>
              <a:t>SELECT </a:t>
            </a:r>
            <a:r>
              <a:rPr lang="en-GB" sz="2800" dirty="0" err="1">
                <a:solidFill>
                  <a:schemeClr val="accent3"/>
                </a:solidFill>
              </a:rPr>
              <a:t>column_name</a:t>
            </a:r>
            <a:r>
              <a:rPr lang="en-GB" sz="2800" dirty="0">
                <a:solidFill>
                  <a:schemeClr val="accent3"/>
                </a:solidFill>
              </a:rPr>
              <a:t>(s)</a:t>
            </a:r>
            <a:br>
              <a:rPr lang="en-GB" sz="2800" dirty="0">
                <a:solidFill>
                  <a:schemeClr val="accent3"/>
                </a:solidFill>
              </a:rPr>
            </a:br>
            <a:r>
              <a:rPr lang="en-GB" sz="2800" dirty="0">
                <a:solidFill>
                  <a:schemeClr val="accent3"/>
                </a:solidFill>
              </a:rPr>
              <a:t>FROM </a:t>
            </a:r>
            <a:r>
              <a:rPr lang="en-GB" sz="2800" dirty="0" err="1">
                <a:solidFill>
                  <a:schemeClr val="accent3"/>
                </a:solidFill>
              </a:rPr>
              <a:t>table_name</a:t>
            </a:r>
            <a:r>
              <a:rPr lang="en-GB" sz="2800" dirty="0">
                <a:solidFill>
                  <a:schemeClr val="accent3"/>
                </a:solidFill>
              </a:rPr>
              <a:t> AS </a:t>
            </a:r>
            <a:r>
              <a:rPr lang="en-GB" sz="2800" dirty="0" err="1">
                <a:solidFill>
                  <a:schemeClr val="accent3"/>
                </a:solidFill>
              </a:rPr>
              <a:t>alias_name</a:t>
            </a:r>
            <a:r>
              <a:rPr lang="en-GB" sz="2800" dirty="0">
                <a:solidFill>
                  <a:schemeClr val="accent3"/>
                </a:solidFill>
              </a:rPr>
              <a:t>;</a:t>
            </a:r>
          </a:p>
          <a:p>
            <a:endParaRPr lang="en-GB" dirty="0"/>
          </a:p>
        </p:txBody>
      </p:sp>
    </p:spTree>
    <p:extLst>
      <p:ext uri="{BB962C8B-B14F-4D97-AF65-F5344CB8AC3E}">
        <p14:creationId xmlns:p14="http://schemas.microsoft.com/office/powerpoint/2010/main" val="288293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0D82F-4080-4587-88A2-95CB77BCC032}"/>
              </a:ext>
            </a:extLst>
          </p:cNvPr>
          <p:cNvSpPr>
            <a:spLocks noGrp="1"/>
          </p:cNvSpPr>
          <p:nvPr>
            <p:ph type="title"/>
          </p:nvPr>
        </p:nvSpPr>
        <p:spPr/>
        <p:txBody>
          <a:bodyPr/>
          <a:lstStyle/>
          <a:p>
            <a:r>
              <a:rPr lang="en-US" dirty="0"/>
              <a:t>JOINS</a:t>
            </a:r>
            <a:endParaRPr lang="en-GB" dirty="0"/>
          </a:p>
        </p:txBody>
      </p:sp>
      <p:sp>
        <p:nvSpPr>
          <p:cNvPr id="3" name="Content Placeholder 2">
            <a:extLst>
              <a:ext uri="{FF2B5EF4-FFF2-40B4-BE49-F238E27FC236}">
                <a16:creationId xmlns:a16="http://schemas.microsoft.com/office/drawing/2014/main" id="{2AE1E581-C9F1-40D9-AC25-54EC2DB9A09C}"/>
              </a:ext>
            </a:extLst>
          </p:cNvPr>
          <p:cNvSpPr>
            <a:spLocks noGrp="1"/>
          </p:cNvSpPr>
          <p:nvPr>
            <p:ph idx="1"/>
          </p:nvPr>
        </p:nvSpPr>
        <p:spPr/>
        <p:txBody>
          <a:bodyPr>
            <a:normAutofit lnSpcReduction="10000"/>
          </a:bodyPr>
          <a:lstStyle/>
          <a:p>
            <a:pPr lvl="1"/>
            <a:r>
              <a:rPr lang="en-US" dirty="0"/>
              <a:t>Joins clause is used to combine records from two or more tables in a database. A JOIN is a means for combining fields from two tables by using values common to each.</a:t>
            </a:r>
          </a:p>
          <a:p>
            <a:pPr lvl="1"/>
            <a:r>
              <a:rPr lang="en-GB" dirty="0">
                <a:solidFill>
                  <a:srgbClr val="FF0000"/>
                </a:solidFill>
              </a:rPr>
              <a:t>INNER JOIN</a:t>
            </a:r>
            <a:r>
              <a:rPr lang="en-GB" dirty="0"/>
              <a:t> is used to select data that have matching records in both tables</a:t>
            </a:r>
          </a:p>
          <a:p>
            <a:pPr lvl="1"/>
            <a:r>
              <a:rPr lang="en-GB" sz="2000" dirty="0">
                <a:solidFill>
                  <a:srgbClr val="FF0000"/>
                </a:solidFill>
              </a:rPr>
              <a:t>SELECT </a:t>
            </a:r>
            <a:r>
              <a:rPr lang="en-GB" sz="2000" dirty="0" err="1">
                <a:solidFill>
                  <a:srgbClr val="FF0000"/>
                </a:solidFill>
              </a:rPr>
              <a:t>column_name</a:t>
            </a:r>
            <a:r>
              <a:rPr lang="en-GB" sz="2000" dirty="0">
                <a:solidFill>
                  <a:srgbClr val="FF0000"/>
                </a:solidFill>
              </a:rPr>
              <a:t>(s)</a:t>
            </a:r>
            <a:br>
              <a:rPr lang="en-GB" sz="2000" dirty="0">
                <a:solidFill>
                  <a:srgbClr val="FF0000"/>
                </a:solidFill>
              </a:rPr>
            </a:br>
            <a:r>
              <a:rPr lang="en-GB" sz="2000" dirty="0">
                <a:solidFill>
                  <a:srgbClr val="FF0000"/>
                </a:solidFill>
              </a:rPr>
              <a:t>FROM table1</a:t>
            </a:r>
            <a:br>
              <a:rPr lang="en-GB" sz="2000" dirty="0">
                <a:solidFill>
                  <a:srgbClr val="FF0000"/>
                </a:solidFill>
              </a:rPr>
            </a:br>
            <a:r>
              <a:rPr lang="en-GB" sz="2000" dirty="0">
                <a:solidFill>
                  <a:srgbClr val="FF0000"/>
                </a:solidFill>
              </a:rPr>
              <a:t>INNER JOIN table2</a:t>
            </a:r>
            <a:br>
              <a:rPr lang="en-GB" sz="2000" dirty="0">
                <a:solidFill>
                  <a:srgbClr val="FF0000"/>
                </a:solidFill>
              </a:rPr>
            </a:br>
            <a:r>
              <a:rPr lang="en-GB" sz="2000" dirty="0">
                <a:solidFill>
                  <a:srgbClr val="FF0000"/>
                </a:solidFill>
              </a:rPr>
              <a:t>ON table1.column_name = table2.column_name;</a:t>
            </a:r>
          </a:p>
          <a:p>
            <a:pPr lvl="1"/>
            <a:r>
              <a:rPr lang="en-GB" dirty="0">
                <a:solidFill>
                  <a:schemeClr val="accent3"/>
                </a:solidFill>
              </a:rPr>
              <a:t>LEFT JOIN </a:t>
            </a:r>
            <a:r>
              <a:rPr lang="en-GB" dirty="0"/>
              <a:t>selects data from the left table that have been matched to the right table</a:t>
            </a:r>
          </a:p>
          <a:p>
            <a:pPr lvl="1"/>
            <a:r>
              <a:rPr lang="en-GB" sz="2000" dirty="0">
                <a:solidFill>
                  <a:schemeClr val="accent3"/>
                </a:solidFill>
              </a:rPr>
              <a:t>SELECT </a:t>
            </a:r>
            <a:r>
              <a:rPr lang="en-GB" sz="2000" dirty="0" err="1">
                <a:solidFill>
                  <a:schemeClr val="accent3"/>
                </a:solidFill>
              </a:rPr>
              <a:t>column_name</a:t>
            </a:r>
            <a:r>
              <a:rPr lang="en-GB" sz="2000" dirty="0">
                <a:solidFill>
                  <a:schemeClr val="accent3"/>
                </a:solidFill>
              </a:rPr>
              <a:t>(s)</a:t>
            </a:r>
            <a:br>
              <a:rPr lang="en-GB" sz="2000" dirty="0">
                <a:solidFill>
                  <a:schemeClr val="accent3"/>
                </a:solidFill>
              </a:rPr>
            </a:br>
            <a:r>
              <a:rPr lang="en-GB" sz="2000" dirty="0">
                <a:solidFill>
                  <a:schemeClr val="accent3"/>
                </a:solidFill>
              </a:rPr>
              <a:t>FROM table1</a:t>
            </a:r>
            <a:br>
              <a:rPr lang="en-GB" sz="2000" dirty="0">
                <a:solidFill>
                  <a:schemeClr val="accent3"/>
                </a:solidFill>
              </a:rPr>
            </a:br>
            <a:r>
              <a:rPr lang="en-GB" sz="2000" dirty="0">
                <a:solidFill>
                  <a:schemeClr val="accent3"/>
                </a:solidFill>
              </a:rPr>
              <a:t>LEFT OUTER JOIN table2</a:t>
            </a:r>
            <a:br>
              <a:rPr lang="en-GB" sz="2000" dirty="0">
                <a:solidFill>
                  <a:schemeClr val="accent3"/>
                </a:solidFill>
              </a:rPr>
            </a:br>
            <a:r>
              <a:rPr lang="en-GB" sz="2000" dirty="0">
                <a:solidFill>
                  <a:schemeClr val="accent3"/>
                </a:solidFill>
              </a:rPr>
              <a:t>ON table1.column_name = table2.column_name;</a:t>
            </a:r>
          </a:p>
          <a:p>
            <a:pPr lvl="1"/>
            <a:endParaRPr lang="en-GB" dirty="0"/>
          </a:p>
          <a:p>
            <a:pPr marL="0" indent="0">
              <a:buNone/>
            </a:pPr>
            <a:endParaRPr lang="en-GB" dirty="0"/>
          </a:p>
        </p:txBody>
      </p:sp>
    </p:spTree>
    <p:extLst>
      <p:ext uri="{BB962C8B-B14F-4D97-AF65-F5344CB8AC3E}">
        <p14:creationId xmlns:p14="http://schemas.microsoft.com/office/powerpoint/2010/main" val="2945076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4AE6-F7FC-4FCC-B0A4-60B7DE4DF48C}"/>
              </a:ext>
            </a:extLst>
          </p:cNvPr>
          <p:cNvSpPr>
            <a:spLocks noGrp="1"/>
          </p:cNvSpPr>
          <p:nvPr>
            <p:ph type="title"/>
          </p:nvPr>
        </p:nvSpPr>
        <p:spPr/>
        <p:txBody>
          <a:bodyPr/>
          <a:lstStyle/>
          <a:p>
            <a:r>
              <a:rPr lang="en-US" dirty="0"/>
              <a:t>JOINS</a:t>
            </a:r>
            <a:endParaRPr lang="en-GB" dirty="0"/>
          </a:p>
        </p:txBody>
      </p:sp>
      <p:sp>
        <p:nvSpPr>
          <p:cNvPr id="3" name="Content Placeholder 2">
            <a:extLst>
              <a:ext uri="{FF2B5EF4-FFF2-40B4-BE49-F238E27FC236}">
                <a16:creationId xmlns:a16="http://schemas.microsoft.com/office/drawing/2014/main" id="{3721A886-8702-4659-A5A5-653983B2277B}"/>
              </a:ext>
            </a:extLst>
          </p:cNvPr>
          <p:cNvSpPr>
            <a:spLocks noGrp="1"/>
          </p:cNvSpPr>
          <p:nvPr>
            <p:ph idx="1"/>
          </p:nvPr>
        </p:nvSpPr>
        <p:spPr/>
        <p:txBody>
          <a:bodyPr>
            <a:normAutofit lnSpcReduction="10000"/>
          </a:bodyPr>
          <a:lstStyle/>
          <a:p>
            <a:r>
              <a:rPr lang="en-GB" dirty="0">
                <a:solidFill>
                  <a:schemeClr val="accent3"/>
                </a:solidFill>
              </a:rPr>
              <a:t>RIGHT JOIN </a:t>
            </a:r>
            <a:r>
              <a:rPr lang="en-GB" dirty="0"/>
              <a:t>selects data from the right table that have been matched to the left table</a:t>
            </a:r>
          </a:p>
          <a:p>
            <a:pPr marL="0" indent="0">
              <a:buNone/>
            </a:pPr>
            <a:r>
              <a:rPr lang="en-GB" sz="2000" dirty="0">
                <a:solidFill>
                  <a:schemeClr val="accent3"/>
                </a:solidFill>
              </a:rPr>
              <a:t>SELECT </a:t>
            </a:r>
            <a:r>
              <a:rPr lang="en-GB" sz="2000" dirty="0" err="1">
                <a:solidFill>
                  <a:schemeClr val="accent3"/>
                </a:solidFill>
              </a:rPr>
              <a:t>column_name</a:t>
            </a:r>
            <a:r>
              <a:rPr lang="en-GB" sz="2000" dirty="0">
                <a:solidFill>
                  <a:schemeClr val="accent3"/>
                </a:solidFill>
              </a:rPr>
              <a:t>(s)</a:t>
            </a:r>
            <a:br>
              <a:rPr lang="en-GB" sz="2000" dirty="0">
                <a:solidFill>
                  <a:schemeClr val="accent3"/>
                </a:solidFill>
              </a:rPr>
            </a:br>
            <a:r>
              <a:rPr lang="en-GB" sz="2000" dirty="0">
                <a:solidFill>
                  <a:schemeClr val="accent3"/>
                </a:solidFill>
              </a:rPr>
              <a:t>FROM table1</a:t>
            </a:r>
            <a:br>
              <a:rPr lang="en-GB" sz="2000" dirty="0">
                <a:solidFill>
                  <a:schemeClr val="accent3"/>
                </a:solidFill>
              </a:rPr>
            </a:br>
            <a:r>
              <a:rPr lang="en-GB" sz="2000" dirty="0">
                <a:solidFill>
                  <a:schemeClr val="accent3"/>
                </a:solidFill>
              </a:rPr>
              <a:t>RIGHT OUTER JOIN table2</a:t>
            </a:r>
            <a:br>
              <a:rPr lang="en-GB" sz="2000" dirty="0">
                <a:solidFill>
                  <a:schemeClr val="accent3"/>
                </a:solidFill>
              </a:rPr>
            </a:br>
            <a:r>
              <a:rPr lang="en-GB" sz="2000" dirty="0">
                <a:solidFill>
                  <a:schemeClr val="accent3"/>
                </a:solidFill>
              </a:rPr>
              <a:t>ON table1.column_name = table2.column_name;</a:t>
            </a:r>
          </a:p>
          <a:p>
            <a:r>
              <a:rPr lang="en-GB" dirty="0">
                <a:solidFill>
                  <a:schemeClr val="tx2"/>
                </a:solidFill>
              </a:rPr>
              <a:t>FULL OUTER JOIN selects data when there is a match in the left or right table.</a:t>
            </a:r>
          </a:p>
          <a:p>
            <a:pPr marL="0" indent="0">
              <a:buNone/>
            </a:pPr>
            <a:r>
              <a:rPr lang="en-GB" sz="2000" dirty="0">
                <a:solidFill>
                  <a:schemeClr val="tx2"/>
                </a:solidFill>
              </a:rPr>
              <a:t>SELECT </a:t>
            </a:r>
            <a:r>
              <a:rPr lang="en-GB" sz="2000" dirty="0" err="1">
                <a:solidFill>
                  <a:schemeClr val="tx2"/>
                </a:solidFill>
              </a:rPr>
              <a:t>column_name</a:t>
            </a:r>
            <a:r>
              <a:rPr lang="en-GB" sz="2000" dirty="0">
                <a:solidFill>
                  <a:schemeClr val="tx2"/>
                </a:solidFill>
              </a:rPr>
              <a:t>(s)</a:t>
            </a:r>
            <a:br>
              <a:rPr lang="en-GB" sz="2000" dirty="0">
                <a:solidFill>
                  <a:schemeClr val="tx2"/>
                </a:solidFill>
              </a:rPr>
            </a:br>
            <a:r>
              <a:rPr lang="en-GB" sz="2000" dirty="0">
                <a:solidFill>
                  <a:schemeClr val="tx2"/>
                </a:solidFill>
              </a:rPr>
              <a:t>FROM table1</a:t>
            </a:r>
            <a:br>
              <a:rPr lang="en-GB" sz="2000" dirty="0">
                <a:solidFill>
                  <a:schemeClr val="tx2"/>
                </a:solidFill>
              </a:rPr>
            </a:br>
            <a:r>
              <a:rPr lang="en-GB" sz="2000" dirty="0">
                <a:solidFill>
                  <a:schemeClr val="tx2"/>
                </a:solidFill>
              </a:rPr>
              <a:t>FULL OUTER JOIN table2</a:t>
            </a:r>
            <a:br>
              <a:rPr lang="en-GB" sz="2000" dirty="0">
                <a:solidFill>
                  <a:schemeClr val="tx2"/>
                </a:solidFill>
              </a:rPr>
            </a:br>
            <a:r>
              <a:rPr lang="en-GB" sz="2000" dirty="0">
                <a:solidFill>
                  <a:schemeClr val="tx2"/>
                </a:solidFill>
              </a:rPr>
              <a:t>ON table1.column_name = table2.column_name</a:t>
            </a:r>
            <a:br>
              <a:rPr lang="en-GB" sz="2000" dirty="0">
                <a:solidFill>
                  <a:schemeClr val="tx2"/>
                </a:solidFill>
              </a:rPr>
            </a:br>
            <a:r>
              <a:rPr lang="en-GB" sz="2000" dirty="0">
                <a:solidFill>
                  <a:schemeClr val="tx2"/>
                </a:solidFill>
              </a:rPr>
              <a:t>WHERE condition;</a:t>
            </a:r>
          </a:p>
          <a:p>
            <a:pPr marL="457200" lvl="1" indent="0">
              <a:buNone/>
            </a:pPr>
            <a:endParaRPr lang="en-GB" dirty="0"/>
          </a:p>
          <a:p>
            <a:endParaRPr lang="en-GB" dirty="0"/>
          </a:p>
        </p:txBody>
      </p:sp>
    </p:spTree>
    <p:extLst>
      <p:ext uri="{BB962C8B-B14F-4D97-AF65-F5344CB8AC3E}">
        <p14:creationId xmlns:p14="http://schemas.microsoft.com/office/powerpoint/2010/main" val="1466134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4E2E-110D-4F8F-9344-1134E8A282B9}"/>
              </a:ext>
            </a:extLst>
          </p:cNvPr>
          <p:cNvSpPr>
            <a:spLocks noGrp="1"/>
          </p:cNvSpPr>
          <p:nvPr>
            <p:ph type="title"/>
          </p:nvPr>
        </p:nvSpPr>
        <p:spPr/>
        <p:txBody>
          <a:bodyPr/>
          <a:lstStyle/>
          <a:p>
            <a:r>
              <a:rPr lang="en-US" dirty="0"/>
              <a:t>JOINS </a:t>
            </a:r>
            <a:endParaRPr lang="en-GB" dirty="0"/>
          </a:p>
        </p:txBody>
      </p:sp>
      <p:sp>
        <p:nvSpPr>
          <p:cNvPr id="3" name="Content Placeholder 2">
            <a:extLst>
              <a:ext uri="{FF2B5EF4-FFF2-40B4-BE49-F238E27FC236}">
                <a16:creationId xmlns:a16="http://schemas.microsoft.com/office/drawing/2014/main" id="{E361D03A-B581-4D8E-AC5E-A2468258AD09}"/>
              </a:ext>
            </a:extLst>
          </p:cNvPr>
          <p:cNvSpPr>
            <a:spLocks noGrp="1"/>
          </p:cNvSpPr>
          <p:nvPr>
            <p:ph idx="1"/>
          </p:nvPr>
        </p:nvSpPr>
        <p:spPr/>
        <p:txBody>
          <a:bodyPr>
            <a:normAutofit/>
          </a:bodyPr>
          <a:lstStyle/>
          <a:p>
            <a:r>
              <a:rPr lang="en-GB" sz="2300" dirty="0"/>
              <a:t>SELF JOIN is used when you want to join a table to itself</a:t>
            </a:r>
          </a:p>
          <a:p>
            <a:pPr marL="0" indent="0">
              <a:buNone/>
            </a:pPr>
            <a:r>
              <a:rPr lang="en-GB" sz="1900" dirty="0"/>
              <a:t>SELECT </a:t>
            </a:r>
            <a:r>
              <a:rPr lang="en-GB" sz="1900" dirty="0" err="1"/>
              <a:t>column_name</a:t>
            </a:r>
            <a:r>
              <a:rPr lang="en-GB" sz="1900" dirty="0"/>
              <a:t>(s)</a:t>
            </a:r>
            <a:br>
              <a:rPr lang="en-GB" sz="1900" dirty="0"/>
            </a:br>
            <a:r>
              <a:rPr lang="en-GB" sz="1900" dirty="0"/>
              <a:t>FROM table1 T1 JOIN table1 T2</a:t>
            </a:r>
            <a:br>
              <a:rPr lang="en-GB" sz="1900" dirty="0"/>
            </a:br>
            <a:r>
              <a:rPr lang="en-GB" sz="1900" dirty="0"/>
              <a:t>WHERE condition;</a:t>
            </a:r>
          </a:p>
          <a:p>
            <a:pPr lvl="1" algn="just"/>
            <a:endParaRPr lang="en-GB" dirty="0"/>
          </a:p>
          <a:p>
            <a:endParaRPr lang="en-GB" dirty="0"/>
          </a:p>
        </p:txBody>
      </p:sp>
    </p:spTree>
    <p:extLst>
      <p:ext uri="{BB962C8B-B14F-4D97-AF65-F5344CB8AC3E}">
        <p14:creationId xmlns:p14="http://schemas.microsoft.com/office/powerpoint/2010/main" val="204916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8EDF1-3675-48EF-941A-806760464B9C}"/>
              </a:ext>
            </a:extLst>
          </p:cNvPr>
          <p:cNvSpPr>
            <a:spLocks noGrp="1"/>
          </p:cNvSpPr>
          <p:nvPr>
            <p:ph type="title"/>
          </p:nvPr>
        </p:nvSpPr>
        <p:spPr/>
        <p:txBody>
          <a:bodyPr/>
          <a:lstStyle/>
          <a:p>
            <a:r>
              <a:rPr lang="en-US" dirty="0"/>
              <a:t>Summary </a:t>
            </a:r>
            <a:endParaRPr lang="en-GB" dirty="0"/>
          </a:p>
        </p:txBody>
      </p:sp>
      <p:sp>
        <p:nvSpPr>
          <p:cNvPr id="3" name="Content Placeholder 2">
            <a:extLst>
              <a:ext uri="{FF2B5EF4-FFF2-40B4-BE49-F238E27FC236}">
                <a16:creationId xmlns:a16="http://schemas.microsoft.com/office/drawing/2014/main" id="{2C58A200-EBED-4199-BADF-D27B52A7BFB4}"/>
              </a:ext>
            </a:extLst>
          </p:cNvPr>
          <p:cNvSpPr>
            <a:spLocks noGrp="1"/>
          </p:cNvSpPr>
          <p:nvPr>
            <p:ph idx="1"/>
          </p:nvPr>
        </p:nvSpPr>
        <p:spPr/>
        <p:txBody>
          <a:bodyPr/>
          <a:lstStyle/>
          <a:p>
            <a:r>
              <a:rPr lang="en-US" dirty="0"/>
              <a:t>In this lesson we discussed </a:t>
            </a:r>
          </a:p>
          <a:p>
            <a:r>
              <a:rPr lang="en-US" dirty="0"/>
              <a:t>The SELECT command</a:t>
            </a:r>
          </a:p>
          <a:p>
            <a:r>
              <a:rPr lang="en-US" dirty="0"/>
              <a:t>Various CLAUSES we can use with SELECT</a:t>
            </a:r>
          </a:p>
          <a:p>
            <a:r>
              <a:rPr lang="en-US" dirty="0"/>
              <a:t>How to extract data from more than one relation, joins</a:t>
            </a:r>
            <a:endParaRPr lang="en-GB" dirty="0"/>
          </a:p>
        </p:txBody>
      </p:sp>
    </p:spTree>
    <p:extLst>
      <p:ext uri="{BB962C8B-B14F-4D97-AF65-F5344CB8AC3E}">
        <p14:creationId xmlns:p14="http://schemas.microsoft.com/office/powerpoint/2010/main" val="576274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284A-8471-4545-A8B8-67DE5341AFCA}"/>
              </a:ext>
            </a:extLst>
          </p:cNvPr>
          <p:cNvSpPr>
            <a:spLocks noGrp="1"/>
          </p:cNvSpPr>
          <p:nvPr>
            <p:ph type="title"/>
          </p:nvPr>
        </p:nvSpPr>
        <p:spPr/>
        <p:txBody>
          <a:bodyPr/>
          <a:lstStyle/>
          <a:p>
            <a:r>
              <a:rPr lang="en-US" dirty="0"/>
              <a:t>Next lecture </a:t>
            </a:r>
            <a:endParaRPr lang="en-GB" dirty="0"/>
          </a:p>
        </p:txBody>
      </p:sp>
      <p:sp>
        <p:nvSpPr>
          <p:cNvPr id="3" name="Content Placeholder 2">
            <a:extLst>
              <a:ext uri="{FF2B5EF4-FFF2-40B4-BE49-F238E27FC236}">
                <a16:creationId xmlns:a16="http://schemas.microsoft.com/office/drawing/2014/main" id="{80D22BF1-6947-409B-A0E4-ED7445387A38}"/>
              </a:ext>
            </a:extLst>
          </p:cNvPr>
          <p:cNvSpPr>
            <a:spLocks noGrp="1"/>
          </p:cNvSpPr>
          <p:nvPr>
            <p:ph idx="1"/>
          </p:nvPr>
        </p:nvSpPr>
        <p:spPr/>
        <p:txBody>
          <a:bodyPr/>
          <a:lstStyle/>
          <a:p>
            <a:r>
              <a:rPr lang="en-US" dirty="0"/>
              <a:t>DCL </a:t>
            </a:r>
          </a:p>
          <a:p>
            <a:r>
              <a:rPr lang="en-US" dirty="0"/>
              <a:t>Relational Algebra</a:t>
            </a:r>
          </a:p>
          <a:p>
            <a:endParaRPr lang="en-GB" dirty="0"/>
          </a:p>
        </p:txBody>
      </p:sp>
    </p:spTree>
    <p:extLst>
      <p:ext uri="{BB962C8B-B14F-4D97-AF65-F5344CB8AC3E}">
        <p14:creationId xmlns:p14="http://schemas.microsoft.com/office/powerpoint/2010/main" val="40534875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3312-2F6E-49B1-9D75-95BA865A38A1}"/>
              </a:ext>
            </a:extLst>
          </p:cNvPr>
          <p:cNvSpPr>
            <a:spLocks noGrp="1"/>
          </p:cNvSpPr>
          <p:nvPr>
            <p:ph type="title"/>
          </p:nvPr>
        </p:nvSpPr>
        <p:spPr/>
        <p:txBody>
          <a:bodyPr/>
          <a:lstStyle/>
          <a:p>
            <a:r>
              <a:rPr lang="en-US" dirty="0"/>
              <a:t>ANNOUNCEMENT</a:t>
            </a:r>
            <a:endParaRPr lang="en-GB" dirty="0"/>
          </a:p>
        </p:txBody>
      </p:sp>
      <p:sp>
        <p:nvSpPr>
          <p:cNvPr id="3" name="Content Placeholder 2">
            <a:extLst>
              <a:ext uri="{FF2B5EF4-FFF2-40B4-BE49-F238E27FC236}">
                <a16:creationId xmlns:a16="http://schemas.microsoft.com/office/drawing/2014/main" id="{A0962444-8EB1-4DD0-A124-AE0507090F5B}"/>
              </a:ext>
            </a:extLst>
          </p:cNvPr>
          <p:cNvSpPr>
            <a:spLocks noGrp="1"/>
          </p:cNvSpPr>
          <p:nvPr>
            <p:ph idx="1"/>
          </p:nvPr>
        </p:nvSpPr>
        <p:spPr/>
        <p:txBody>
          <a:bodyPr/>
          <a:lstStyle/>
          <a:p>
            <a:r>
              <a:rPr lang="en-US" dirty="0"/>
              <a:t>Attend your practical classes</a:t>
            </a:r>
          </a:p>
          <a:p>
            <a:r>
              <a:rPr lang="en-US" dirty="0"/>
              <a:t>Check that your marks for all your assessments are correctly entered on ITS.</a:t>
            </a:r>
          </a:p>
        </p:txBody>
      </p:sp>
    </p:spTree>
    <p:extLst>
      <p:ext uri="{BB962C8B-B14F-4D97-AF65-F5344CB8AC3E}">
        <p14:creationId xmlns:p14="http://schemas.microsoft.com/office/powerpoint/2010/main" val="89880296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188</TotalTime>
  <Words>1851</Words>
  <Application>Microsoft Office PowerPoint</Application>
  <PresentationFormat>Widescreen</PresentationFormat>
  <Paragraphs>214</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Courier New</vt:lpstr>
      <vt:lpstr>RopaSoftPro-Regular</vt:lpstr>
      <vt:lpstr>Tw Cen MT</vt:lpstr>
      <vt:lpstr>Office 2013 - 2022 Theme</vt:lpstr>
      <vt:lpstr>PowerPoint Presentation</vt:lpstr>
      <vt:lpstr>Recap</vt:lpstr>
      <vt:lpstr>Recap</vt:lpstr>
      <vt:lpstr>Objectives </vt:lpstr>
      <vt:lpstr>Student Relation</vt:lpstr>
      <vt:lpstr>SELECT</vt:lpstr>
      <vt:lpstr>SELECT</vt:lpstr>
      <vt:lpstr>SELECT …WHERE</vt:lpstr>
      <vt:lpstr>SELECT Statement</vt:lpstr>
      <vt:lpstr>SELECT </vt:lpstr>
      <vt:lpstr>SELECT … DISTINCT</vt:lpstr>
      <vt:lpstr>SELECT Statement</vt:lpstr>
      <vt:lpstr>SELECT Statement</vt:lpstr>
      <vt:lpstr>SELECT Statement </vt:lpstr>
      <vt:lpstr>SELECT … LIKE</vt:lpstr>
      <vt:lpstr>SELECT …ORDER BY</vt:lpstr>
      <vt:lpstr>SELECT … ORDER BY </vt:lpstr>
      <vt:lpstr>SELECT …GROUP BY</vt:lpstr>
      <vt:lpstr>SELECT … GROUP BY</vt:lpstr>
      <vt:lpstr>SELECT… GROUPBY</vt:lpstr>
      <vt:lpstr>AGGREGATE FUNCTIONS</vt:lpstr>
      <vt:lpstr>HAVING CLAUSE</vt:lpstr>
      <vt:lpstr>SELECT … UNION</vt:lpstr>
      <vt:lpstr>SELECT … UNION ALL</vt:lpstr>
      <vt:lpstr>ALIAS</vt:lpstr>
      <vt:lpstr>JOINS</vt:lpstr>
      <vt:lpstr>JOINS</vt:lpstr>
      <vt:lpstr>JOINS </vt:lpstr>
      <vt:lpstr>Summary </vt:lpstr>
      <vt:lpstr>Next lecture </vt:lpstr>
      <vt:lpstr>ANNOUNCEMENT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MANIPULATION LANGUAGE</dc:title>
  <dc:creator>Chikohora, Teressa (INT)</dc:creator>
  <cp:lastModifiedBy>Chivuno-Kuria, Shilumbe</cp:lastModifiedBy>
  <cp:revision>19</cp:revision>
  <dcterms:created xsi:type="dcterms:W3CDTF">2021-05-16T20:11:05Z</dcterms:created>
  <dcterms:modified xsi:type="dcterms:W3CDTF">2025-04-13T17:20:33Z</dcterms:modified>
</cp:coreProperties>
</file>
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309" r:id="rId2"/>
    <p:sldId id="259" r:id="rId3"/>
    <p:sldId id="260" r:id="rId4"/>
    <p:sldId id="261" r:id="rId5"/>
    <p:sldId id="262" r:id="rId6"/>
    <p:sldId id="401" r:id="rId7"/>
    <p:sldId id="258" r:id="rId8"/>
    <p:sldId id="382" r:id="rId9"/>
    <p:sldId id="386" r:id="rId10"/>
    <p:sldId id="384" r:id="rId11"/>
    <p:sldId id="391" r:id="rId12"/>
    <p:sldId id="387" r:id="rId13"/>
    <p:sldId id="385" r:id="rId14"/>
    <p:sldId id="388" r:id="rId15"/>
    <p:sldId id="389" r:id="rId16"/>
    <p:sldId id="390" r:id="rId17"/>
    <p:sldId id="395" r:id="rId18"/>
    <p:sldId id="396" r:id="rId19"/>
    <p:sldId id="399" r:id="rId20"/>
    <p:sldId id="402" r:id="rId21"/>
    <p:sldId id="404" r:id="rId22"/>
    <p:sldId id="405" r:id="rId23"/>
    <p:sldId id="406" r:id="rId24"/>
    <p:sldId id="407" r:id="rId25"/>
    <p:sldId id="397" r:id="rId26"/>
    <p:sldId id="400" r:id="rId27"/>
    <p:sldId id="39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772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06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769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491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502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50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5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4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63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42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465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b="49802"/>
          <a:stretch/>
        </p:blipFill>
        <p:spPr>
          <a:xfrm>
            <a:off x="1" y="0"/>
            <a:ext cx="12192000" cy="34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324F0-92C7-45D2-8646-0289A7582549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2A1F5-042A-444B-9454-937ED75B9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27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x6m8ABU4ZE" TargetMode="External"/><Relationship Id="rId2" Type="http://schemas.openxmlformats.org/officeDocument/2006/relationships/hyperlink" Target="https://www.youtube.com/watch?v=pyG9Nj2HDx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3schools.com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sql-tutoria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SC_0063 (2)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0" r="15370" b="39874"/>
          <a:stretch/>
        </p:blipFill>
        <p:spPr>
          <a:xfrm>
            <a:off x="1578617" y="3434615"/>
            <a:ext cx="9132489" cy="34233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1561" y="1716573"/>
            <a:ext cx="8319734" cy="133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94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Week </a:t>
            </a:r>
            <a:r>
              <a:rPr lang="en-GB" sz="2694" dirty="0">
                <a:solidFill>
                  <a:srgbClr val="FFFFFF"/>
                </a:solidFill>
                <a:latin typeface="Tw Cen MT" panose="020B0602020104020603"/>
              </a:rPr>
              <a:t>8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94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Data Manipulation Language(DML)</a:t>
            </a:r>
            <a:endParaRPr kumimoji="0" lang="en-US" sz="32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694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Database </a:t>
            </a:r>
            <a:r>
              <a:rPr lang="en-ZA" sz="2694" dirty="0">
                <a:solidFill>
                  <a:srgbClr val="FFFFFF"/>
                </a:solidFill>
                <a:latin typeface="Tw Cen MT" panose="020B0602020104020603"/>
              </a:rPr>
              <a:t>Implementation</a:t>
            </a:r>
            <a:endParaRPr kumimoji="0" lang="en-ZA" sz="269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65098" y="1242919"/>
            <a:ext cx="7193040" cy="36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paSoftPro-Regular"/>
                <a:ea typeface="+mn-ea"/>
                <a:cs typeface="+mn-cs"/>
              </a:rPr>
              <a:t>Faculty of Computing and Informatics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736" y="3857374"/>
            <a:ext cx="2144373" cy="263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A62B3-5010-4051-B2B2-AB0A6082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33509-76F5-450D-B4D9-CB2F18B50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previous lesson, we discussed:</a:t>
            </a:r>
          </a:p>
          <a:p>
            <a:r>
              <a:rPr lang="en-US" dirty="0"/>
              <a:t>SQL </a:t>
            </a:r>
          </a:p>
          <a:p>
            <a:r>
              <a:rPr lang="en-US" dirty="0"/>
              <a:t>The categories of  SQL commands</a:t>
            </a:r>
          </a:p>
          <a:p>
            <a:r>
              <a:rPr lang="en-US" dirty="0"/>
              <a:t>SQL statement to define database structures 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978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1E776-99A3-4A40-8B14-7AC24FC9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– syntax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44AD4-50EB-4F63-B1DA-64C39B192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database </a:t>
            </a:r>
          </a:p>
          <a:p>
            <a:r>
              <a:rPr lang="en-US" dirty="0"/>
              <a:t>CREATE database </a:t>
            </a:r>
            <a:r>
              <a:rPr lang="en-US" dirty="0" err="1"/>
              <a:t>databasename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GB" dirty="0"/>
              <a:t>CREATE TABLE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CREATE TABLE </a:t>
            </a:r>
            <a:r>
              <a:rPr lang="en-GB" dirty="0" err="1">
                <a:solidFill>
                  <a:srgbClr val="FF0000"/>
                </a:solidFill>
              </a:rPr>
              <a:t>TableName</a:t>
            </a:r>
            <a:r>
              <a:rPr lang="en-GB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( </a:t>
            </a:r>
            <a:r>
              <a:rPr lang="en-GB" dirty="0" err="1">
                <a:solidFill>
                  <a:srgbClr val="FF0000"/>
                </a:solidFill>
              </a:rPr>
              <a:t>AttributeName</a:t>
            </a:r>
            <a:r>
              <a:rPr lang="en-GB" dirty="0">
                <a:solidFill>
                  <a:srgbClr val="FF0000"/>
                </a:solidFill>
              </a:rPr>
              <a:t> Domain [ Constraint ] ........ 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FF0000"/>
                </a:solidFill>
              </a:rPr>
              <a:t>AttributeName</a:t>
            </a:r>
            <a:r>
              <a:rPr lang="en-GB" dirty="0">
                <a:solidFill>
                  <a:srgbClr val="FF0000"/>
                </a:solidFill>
              </a:rPr>
              <a:t> Domain [ Constraint ] [ </a:t>
            </a:r>
            <a:r>
              <a:rPr lang="en-GB" dirty="0" err="1">
                <a:solidFill>
                  <a:srgbClr val="FF0000"/>
                </a:solidFill>
              </a:rPr>
              <a:t>OtherConstraints</a:t>
            </a:r>
            <a:r>
              <a:rPr lang="en-GB" dirty="0">
                <a:solidFill>
                  <a:srgbClr val="FF0000"/>
                </a:solidFill>
              </a:rPr>
              <a:t> ] 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431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83A0-247B-4BE7-B6CC-54E4DBC6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-syntax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13757-CD6F-49D2-BE0F-C3AD192CF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 table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ALTER TABLE </a:t>
            </a:r>
            <a:r>
              <a:rPr lang="en-US" dirty="0" err="1">
                <a:solidFill>
                  <a:srgbClr val="FF0000"/>
                </a:solidFill>
              </a:rPr>
              <a:t>table_name</a:t>
            </a:r>
            <a:r>
              <a:rPr lang="en-US" dirty="0">
                <a:solidFill>
                  <a:srgbClr val="FF0000"/>
                </a:solidFill>
              </a:rPr>
              <a:t> ADD </a:t>
            </a:r>
            <a:r>
              <a:rPr lang="en-US" dirty="0" err="1">
                <a:solidFill>
                  <a:srgbClr val="FF0000"/>
                </a:solidFill>
              </a:rPr>
              <a:t>column_name</a:t>
            </a:r>
            <a:r>
              <a:rPr lang="en-US" dirty="0">
                <a:solidFill>
                  <a:srgbClr val="FF0000"/>
                </a:solidFill>
              </a:rPr>
              <a:t> column-definition;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ALTER TABLE </a:t>
            </a:r>
            <a:r>
              <a:rPr lang="en-US" dirty="0" err="1">
                <a:solidFill>
                  <a:srgbClr val="FF0000"/>
                </a:solidFill>
              </a:rPr>
              <a:t>table_name</a:t>
            </a:r>
            <a:r>
              <a:rPr lang="en-US" dirty="0">
                <a:solidFill>
                  <a:srgbClr val="FF0000"/>
                </a:solidFill>
              </a:rPr>
              <a:t> MODIFY </a:t>
            </a:r>
            <a:r>
              <a:rPr lang="en-US" dirty="0" err="1">
                <a:solidFill>
                  <a:srgbClr val="FF0000"/>
                </a:solidFill>
              </a:rPr>
              <a:t>column_name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column_type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ALTER</a:t>
            </a:r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</a:t>
            </a:r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table_name</a:t>
            </a:r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RENAME </a:t>
            </a:r>
            <a:r>
              <a:rPr lang="en-US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COLUMN</a:t>
            </a:r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old_name</a:t>
            </a:r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to</a:t>
            </a:r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new_name</a:t>
            </a:r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053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29F8-BABF-4EBB-AB13-996E2EBA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A8502-042A-4EF2-9041-5A5A65300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 a database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DROP DATABASE </a:t>
            </a:r>
            <a:r>
              <a:rPr lang="en-GB" dirty="0" err="1">
                <a:solidFill>
                  <a:srgbClr val="FF0000"/>
                </a:solidFill>
              </a:rPr>
              <a:t>database_name</a:t>
            </a:r>
            <a:r>
              <a:rPr lang="en-GB" dirty="0">
                <a:solidFill>
                  <a:srgbClr val="FF0000"/>
                </a:solidFill>
              </a:rPr>
              <a:t>;  </a:t>
            </a:r>
          </a:p>
          <a:p>
            <a:r>
              <a:rPr lang="en-GB" dirty="0">
                <a:solidFill>
                  <a:srgbClr val="FF0000"/>
                </a:solidFill>
              </a:rPr>
              <a:t>Drop a table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DROP TABLE </a:t>
            </a:r>
            <a:r>
              <a:rPr lang="en-GB" dirty="0" err="1">
                <a:solidFill>
                  <a:srgbClr val="FF0000"/>
                </a:solidFill>
              </a:rPr>
              <a:t>table_name</a:t>
            </a:r>
            <a:r>
              <a:rPr lang="en-GB" dirty="0">
                <a:solidFill>
                  <a:srgbClr val="FF0000"/>
                </a:solidFill>
              </a:rPr>
              <a:t>;  </a:t>
            </a:r>
          </a:p>
          <a:p>
            <a:r>
              <a:rPr lang="en-GB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TRUNCATE</a:t>
            </a:r>
            <a:r>
              <a:rPr lang="en-GB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GB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</a:t>
            </a:r>
            <a:r>
              <a:rPr lang="en-GB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GB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table_name</a:t>
            </a:r>
            <a:r>
              <a:rPr lang="en-GB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629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B66-A236-4CD8-B7F8-18710477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Activity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9ACDE1-9810-4968-A7BE-6661A89C54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2607" y="2560320"/>
            <a:ext cx="4718050" cy="302133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BC80A-A5F6-41BA-88BF-D80E4C5CDC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Given the values for the attributes, what datatypes can you assign for each of the given attributes </a:t>
            </a:r>
          </a:p>
          <a:p>
            <a:r>
              <a:rPr lang="en-US" dirty="0"/>
              <a:t>Create this table, Student</a:t>
            </a:r>
          </a:p>
          <a:p>
            <a:r>
              <a:rPr lang="en-US" dirty="0"/>
              <a:t>We will use this table for illustrations in this lesson.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4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371EE-C734-4ECE-B6C5-C000ECF9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A360F-3A15-4FE6-B3A4-D00396A0A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this lesson, students should be able to:</a:t>
            </a:r>
          </a:p>
          <a:p>
            <a:r>
              <a:rPr lang="en-US" dirty="0"/>
              <a:t>Understand the DML commands</a:t>
            </a:r>
          </a:p>
          <a:p>
            <a:r>
              <a:rPr lang="en-US" dirty="0"/>
              <a:t>Write DML statements to manipulate database objects</a:t>
            </a:r>
          </a:p>
          <a:p>
            <a:r>
              <a:rPr lang="en-US" dirty="0"/>
              <a:t>Use the SELECT command</a:t>
            </a:r>
          </a:p>
          <a:p>
            <a:r>
              <a:rPr lang="en-US" dirty="0"/>
              <a:t>Use appropriate operators to manipulate the database objects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437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756082"/>
            <a:ext cx="8229600" cy="1399032"/>
          </a:xfrm>
        </p:spPr>
        <p:txBody>
          <a:bodyPr>
            <a:normAutofit/>
          </a:bodyPr>
          <a:lstStyle/>
          <a:p>
            <a:r>
              <a:rPr lang="en-US" b="1" dirty="0"/>
              <a:t>Data Manipulation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Manipulation Language (DML) is the part of SQL used to manipulate data within objects of a relational database.</a:t>
            </a:r>
          </a:p>
          <a:p>
            <a:r>
              <a:rPr lang="en-US" dirty="0"/>
              <a:t>it is used to store, modify, retrieve, delete and update data in a database</a:t>
            </a:r>
          </a:p>
          <a:p>
            <a:r>
              <a:rPr lang="en-US" dirty="0"/>
              <a:t>The most basic DML commands:</a:t>
            </a:r>
          </a:p>
          <a:p>
            <a:r>
              <a:rPr lang="en-US" dirty="0">
                <a:solidFill>
                  <a:srgbClr val="FF0000"/>
                </a:solidFill>
              </a:rPr>
              <a:t>INSERT</a:t>
            </a:r>
            <a:r>
              <a:rPr lang="en-US" dirty="0"/>
              <a:t> - insert data into a table</a:t>
            </a:r>
          </a:p>
          <a:p>
            <a:r>
              <a:rPr lang="en-US" dirty="0">
                <a:solidFill>
                  <a:srgbClr val="FF0000"/>
                </a:solidFill>
              </a:rPr>
              <a:t>UPDATE</a:t>
            </a:r>
            <a:r>
              <a:rPr lang="en-US" dirty="0"/>
              <a:t> - updates existing data within a table</a:t>
            </a:r>
          </a:p>
          <a:p>
            <a:r>
              <a:rPr lang="en-US" dirty="0">
                <a:solidFill>
                  <a:srgbClr val="FF0000"/>
                </a:solidFill>
              </a:rPr>
              <a:t>DELETE</a:t>
            </a:r>
            <a:r>
              <a:rPr lang="en-US" dirty="0"/>
              <a:t> - Delete all records from a database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2E6EC-7A18-46C3-B247-1FCBC5A448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5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75EC-A1B4-436D-AD02-454CDAA8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0C70-EC51-472F-B23A-62861D1AC0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F0000"/>
                </a:solidFill>
              </a:rPr>
              <a:t>INSERT INTO TABLE_NAME    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FF0000"/>
                </a:solidFill>
              </a:rPr>
              <a:t>(col1, col2, col3,.... col N)  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FF0000"/>
                </a:solidFill>
              </a:rPr>
              <a:t>VALUES (value1, value2, value3, .... </a:t>
            </a:r>
            <a:r>
              <a:rPr lang="en-US" dirty="0" err="1">
                <a:solidFill>
                  <a:srgbClr val="FF0000"/>
                </a:solidFill>
              </a:rPr>
              <a:t>valueN</a:t>
            </a:r>
            <a:r>
              <a:rPr lang="en-US" dirty="0">
                <a:solidFill>
                  <a:srgbClr val="FF0000"/>
                </a:solidFill>
              </a:rPr>
              <a:t>); </a:t>
            </a:r>
          </a:p>
          <a:p>
            <a:pPr marL="0" indent="0" algn="l">
              <a:buNone/>
            </a:pPr>
            <a:r>
              <a:rPr lang="en-US" dirty="0"/>
              <a:t>INSERT INTO Student</a:t>
            </a:r>
          </a:p>
          <a:p>
            <a:pPr marL="0" indent="0" algn="l">
              <a:buNone/>
            </a:pPr>
            <a:r>
              <a:rPr lang="en-US" dirty="0"/>
              <a:t>VALUES (122929, ‘F’, ”John”);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7030A0"/>
                </a:solidFill>
              </a:rPr>
              <a:t>INSERT INTO TABLE_NAME    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7030A0"/>
                </a:solidFill>
              </a:rPr>
              <a:t>VALUES (value1, value2, value3, .... </a:t>
            </a:r>
            <a:r>
              <a:rPr lang="en-US" dirty="0" err="1">
                <a:solidFill>
                  <a:srgbClr val="7030A0"/>
                </a:solidFill>
              </a:rPr>
              <a:t>valueN</a:t>
            </a:r>
            <a:r>
              <a:rPr lang="en-US" dirty="0">
                <a:solidFill>
                  <a:srgbClr val="7030A0"/>
                </a:solidFill>
              </a:rPr>
              <a:t>); 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0CF65-53F5-4AB4-856E-F30B06897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5250" y="2560320"/>
            <a:ext cx="4718304" cy="331012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INSERT statement is used to insert data into a row in a table, use one of these</a:t>
            </a:r>
          </a:p>
          <a:p>
            <a:r>
              <a:rPr lang="en-US" dirty="0"/>
              <a:t>The list of values must match the table structure exactly in the number of attributes and the data type of each attribute.</a:t>
            </a:r>
            <a:endParaRPr lang="en-GB" dirty="0"/>
          </a:p>
          <a:p>
            <a:r>
              <a:rPr lang="en-GB" dirty="0" err="1"/>
              <a:t>Tablename</a:t>
            </a:r>
            <a:r>
              <a:rPr lang="en-GB" dirty="0"/>
              <a:t>- is the table you want to insert data into</a:t>
            </a:r>
          </a:p>
          <a:p>
            <a:r>
              <a:rPr lang="en-GB" dirty="0" err="1"/>
              <a:t>Columnname</a:t>
            </a:r>
            <a:r>
              <a:rPr lang="en-GB" dirty="0"/>
              <a:t>- name of column as defined in the table</a:t>
            </a:r>
          </a:p>
          <a:p>
            <a:r>
              <a:rPr lang="en-GB" dirty="0"/>
              <a:t>Values- the value you want to insert into that column</a:t>
            </a:r>
          </a:p>
        </p:txBody>
      </p:sp>
    </p:spTree>
    <p:extLst>
      <p:ext uri="{BB962C8B-B14F-4D97-AF65-F5344CB8AC3E}">
        <p14:creationId xmlns:p14="http://schemas.microsoft.com/office/powerpoint/2010/main" val="304216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01CD-24DC-42E3-B899-C4E7CD36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F9646-2F06-4ECF-A84B-937821991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Insert the details of John James with </a:t>
            </a:r>
            <a:r>
              <a:rPr lang="en-US" dirty="0" err="1"/>
              <a:t>studentnumber</a:t>
            </a:r>
            <a:r>
              <a:rPr lang="en-US" dirty="0"/>
              <a:t> 22226789 into the Students table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Write all possible statements to achieve this task</a:t>
            </a:r>
          </a:p>
          <a:p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9EB67A-507E-4E83-A21B-21CDF0552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286899"/>
              </p:ext>
            </p:extLst>
          </p:nvPr>
        </p:nvGraphicFramePr>
        <p:xfrm>
          <a:off x="1622425" y="3648075"/>
          <a:ext cx="8127999" cy="568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9604329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3475475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43465833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r>
                        <a:rPr lang="en-US" dirty="0" err="1"/>
                        <a:t>Studentno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Given_Name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723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20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AD7A-3DFD-4BAD-B467-D776770F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82BC0-3C0D-4271-9737-B041FDBA2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INSERT INTO Student values </a:t>
            </a:r>
          </a:p>
          <a:p>
            <a:pPr marL="0" indent="0" algn="l">
              <a:buNone/>
            </a:pPr>
            <a:r>
              <a:rPr lang="en-US" dirty="0"/>
              <a:t>(22226789, “John”, “James”);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INSERT INTO Student (</a:t>
            </a:r>
            <a:r>
              <a:rPr lang="en-US" dirty="0" err="1"/>
              <a:t>Studentno,Given_Name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)</a:t>
            </a:r>
          </a:p>
          <a:p>
            <a:pPr marL="0" indent="0" algn="l">
              <a:buNone/>
            </a:pPr>
            <a:r>
              <a:rPr lang="en-US" dirty="0"/>
              <a:t>Values (22226789,”John”,”James”);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052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7B831-F3E8-418D-84CB-8C7E7ACB8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2EAF8-4F88-4D56-BBAE-CF268211C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5026152" cy="3310128"/>
          </a:xfrm>
        </p:spPr>
        <p:txBody>
          <a:bodyPr>
            <a:normAutofit/>
          </a:bodyPr>
          <a:lstStyle/>
          <a:p>
            <a:r>
              <a:rPr lang="en-GB" dirty="0"/>
              <a:t>UPDATE </a:t>
            </a:r>
            <a:r>
              <a:rPr lang="en-GB" i="1" dirty="0" err="1"/>
              <a:t>table_name</a:t>
            </a:r>
            <a:br>
              <a:rPr lang="en-GB" dirty="0"/>
            </a:br>
            <a:r>
              <a:rPr lang="en-GB" dirty="0"/>
              <a:t>SET </a:t>
            </a:r>
            <a:r>
              <a:rPr lang="en-GB" i="1" dirty="0"/>
              <a:t>column1 </a:t>
            </a:r>
            <a:r>
              <a:rPr lang="en-GB" dirty="0"/>
              <a:t>=</a:t>
            </a:r>
            <a:r>
              <a:rPr lang="en-GB" i="1" dirty="0"/>
              <a:t> value1</a:t>
            </a:r>
            <a:r>
              <a:rPr lang="en-GB" dirty="0"/>
              <a:t>,</a:t>
            </a:r>
            <a:r>
              <a:rPr lang="en-GB" i="1" dirty="0"/>
              <a:t> column2 </a:t>
            </a:r>
            <a:r>
              <a:rPr lang="en-GB" dirty="0"/>
              <a:t>=</a:t>
            </a:r>
            <a:r>
              <a:rPr lang="en-GB" i="1" dirty="0"/>
              <a:t> value2</a:t>
            </a:r>
            <a:r>
              <a:rPr lang="en-GB" dirty="0"/>
              <a:t>,column = </a:t>
            </a:r>
            <a:r>
              <a:rPr lang="en-GB" dirty="0" err="1"/>
              <a:t>valuen</a:t>
            </a:r>
            <a:r>
              <a:rPr lang="en-GB" dirty="0"/>
              <a:t>;</a:t>
            </a:r>
          </a:p>
          <a:p>
            <a:r>
              <a:rPr lang="en-GB" dirty="0"/>
              <a:t>UPDATE </a:t>
            </a:r>
            <a:r>
              <a:rPr lang="en-GB" i="1" dirty="0" err="1"/>
              <a:t>table_name</a:t>
            </a:r>
            <a:br>
              <a:rPr lang="en-GB" dirty="0"/>
            </a:br>
            <a:r>
              <a:rPr lang="en-GB" dirty="0"/>
              <a:t>SET </a:t>
            </a:r>
            <a:r>
              <a:rPr lang="en-GB" i="1" dirty="0"/>
              <a:t>column1 </a:t>
            </a:r>
            <a:r>
              <a:rPr lang="en-GB" dirty="0"/>
              <a:t>=</a:t>
            </a:r>
            <a:r>
              <a:rPr lang="en-GB" i="1" dirty="0"/>
              <a:t> value1</a:t>
            </a:r>
            <a:r>
              <a:rPr lang="en-GB" dirty="0"/>
              <a:t>,</a:t>
            </a:r>
            <a:r>
              <a:rPr lang="en-GB" i="1" dirty="0"/>
              <a:t> column2 </a:t>
            </a:r>
            <a:r>
              <a:rPr lang="en-GB" dirty="0"/>
              <a:t>=</a:t>
            </a:r>
            <a:r>
              <a:rPr lang="en-GB" i="1" dirty="0"/>
              <a:t> value2</a:t>
            </a:r>
            <a:r>
              <a:rPr lang="en-GB" dirty="0"/>
              <a:t>, ...</a:t>
            </a:r>
            <a:br>
              <a:rPr lang="en-GB" dirty="0"/>
            </a:br>
            <a:r>
              <a:rPr lang="en-GB" dirty="0"/>
              <a:t>WHERE </a:t>
            </a:r>
            <a:r>
              <a:rPr lang="en-GB" i="1" dirty="0"/>
              <a:t>condition</a:t>
            </a:r>
            <a:r>
              <a:rPr lang="en-GB" dirty="0"/>
              <a:t>;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B7474-9779-4C56-B29A-E388E933F8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command is used to update or modify the value of a column in the table.</a:t>
            </a:r>
          </a:p>
          <a:p>
            <a:r>
              <a:rPr lang="en-GB" dirty="0"/>
              <a:t>To update all column values, exclude the where clause from the statement</a:t>
            </a:r>
          </a:p>
          <a:p>
            <a:r>
              <a:rPr lang="en-GB" dirty="0"/>
              <a:t>To </a:t>
            </a:r>
            <a:r>
              <a:rPr lang="en-ZA" dirty="0"/>
              <a:t>WHERE statement indicates the condition that needs to be met for the update to take place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A47ACB-1876-4972-84DB-EA4D795484F4}"/>
              </a:ext>
            </a:extLst>
          </p:cNvPr>
          <p:cNvCxnSpPr>
            <a:cxnSpLocks/>
          </p:cNvCxnSpPr>
          <p:nvPr/>
        </p:nvCxnSpPr>
        <p:spPr>
          <a:xfrm flipH="1" flipV="1">
            <a:off x="3762375" y="3305175"/>
            <a:ext cx="2628900" cy="609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2980D9-DDFA-41F4-84D6-41A66C7871C7}"/>
              </a:ext>
            </a:extLst>
          </p:cNvPr>
          <p:cNvCxnSpPr/>
          <p:nvPr/>
        </p:nvCxnSpPr>
        <p:spPr>
          <a:xfrm flipH="1" flipV="1">
            <a:off x="3981450" y="4486275"/>
            <a:ext cx="2705100" cy="495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037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CC457-4888-4F6D-8902-49210775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B4A75-207C-454A-A835-D68C8FD15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use operators to formulate the </a:t>
            </a:r>
            <a:r>
              <a:rPr lang="en-US" dirty="0">
                <a:solidFill>
                  <a:srgbClr val="FF0000"/>
                </a:solidFill>
              </a:rPr>
              <a:t>WHERE</a:t>
            </a:r>
            <a:r>
              <a:rPr lang="en-US" dirty="0"/>
              <a:t> clause</a:t>
            </a:r>
          </a:p>
          <a:p>
            <a:r>
              <a:rPr lang="en-US" dirty="0"/>
              <a:t>Can use comparison operators: </a:t>
            </a:r>
          </a:p>
          <a:p>
            <a:r>
              <a:rPr lang="en-US" dirty="0"/>
              <a:t>= , &lt;&gt; equals, </a:t>
            </a:r>
          </a:p>
          <a:p>
            <a:r>
              <a:rPr lang="en-US" dirty="0"/>
              <a:t>not-equals (!= also usually supported) </a:t>
            </a:r>
          </a:p>
          <a:p>
            <a:r>
              <a:rPr lang="en-US" dirty="0"/>
              <a:t>&lt;= less than, less or equal &gt;, </a:t>
            </a:r>
          </a:p>
          <a:p>
            <a:r>
              <a:rPr lang="en-US" dirty="0"/>
              <a:t>&gt;= greater than, greater or equal </a:t>
            </a:r>
          </a:p>
          <a:p>
            <a:r>
              <a:rPr lang="en-US" dirty="0"/>
              <a:t> Can refer to any attribute in FROM clause</a:t>
            </a:r>
          </a:p>
          <a:p>
            <a:r>
              <a:rPr lang="en-US" dirty="0"/>
              <a:t> Can include arithmetic expressions in comparison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575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845A-3818-4D2F-AB51-4F506CCAC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C114C-5C12-45C2-9041-1060571B2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update John James student number to 12345678, we can use the following statement</a:t>
            </a:r>
          </a:p>
          <a:p>
            <a:pPr marL="0" indent="0">
              <a:buNone/>
            </a:pPr>
            <a:r>
              <a:rPr lang="en-US" dirty="0"/>
              <a:t>UPDATE Student</a:t>
            </a:r>
          </a:p>
          <a:p>
            <a:pPr marL="0" indent="0">
              <a:buNone/>
            </a:pPr>
            <a:r>
              <a:rPr lang="en-US" dirty="0"/>
              <a:t>SET </a:t>
            </a:r>
            <a:r>
              <a:rPr lang="en-US" dirty="0" err="1"/>
              <a:t>Studentno</a:t>
            </a:r>
            <a:r>
              <a:rPr lang="en-US" dirty="0"/>
              <a:t> =12345678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Studentno</a:t>
            </a:r>
            <a:r>
              <a:rPr lang="en-US" dirty="0"/>
              <a:t> = 22226789;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741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44B38-6C6C-445A-977C-D78B1850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7096A-38EF-4D9E-BCCA-0E5A8F0D2E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use comparison operators: </a:t>
            </a:r>
          </a:p>
          <a:p>
            <a:r>
              <a:rPr lang="en-US" dirty="0"/>
              <a:t>= , &lt;&gt; equals, </a:t>
            </a:r>
          </a:p>
          <a:p>
            <a:r>
              <a:rPr lang="en-US" dirty="0"/>
              <a:t>not-equals (!= also usually supported) </a:t>
            </a:r>
          </a:p>
          <a:p>
            <a:r>
              <a:rPr lang="en-US" dirty="0"/>
              <a:t>&lt;= less than, less or equal &gt;, </a:t>
            </a:r>
          </a:p>
          <a:p>
            <a:r>
              <a:rPr lang="en-US" dirty="0"/>
              <a:t>&gt;= greater than, greater or equal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D45FE-7BF1-4958-881C-327AF6E693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use operators to formulate the </a:t>
            </a:r>
            <a:r>
              <a:rPr lang="en-US" dirty="0">
                <a:solidFill>
                  <a:srgbClr val="FF0000"/>
                </a:solidFill>
              </a:rPr>
              <a:t>WHERE</a:t>
            </a:r>
            <a:r>
              <a:rPr lang="en-US" dirty="0"/>
              <a:t> clause</a:t>
            </a:r>
          </a:p>
          <a:p>
            <a:r>
              <a:rPr lang="en-US" dirty="0"/>
              <a:t> Can refer to any attribute in FROM clause</a:t>
            </a:r>
          </a:p>
          <a:p>
            <a:r>
              <a:rPr lang="en-US" dirty="0"/>
              <a:t> Can include arithmetic expressions in comparison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3370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A23E-57CC-43A1-B204-658AEC5ED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2E20F-E6FD-4E36-8C63-46427499FF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Can use AND, OR, NOT in WHERE clause</a:t>
            </a:r>
            <a:endParaRPr lang="en-GB" dirty="0"/>
          </a:p>
          <a:p>
            <a:r>
              <a:rPr lang="en-GB" dirty="0"/>
              <a:t>UPDATE </a:t>
            </a:r>
            <a:r>
              <a:rPr lang="en-GB" i="1" dirty="0" err="1"/>
              <a:t>table_name</a:t>
            </a:r>
            <a:br>
              <a:rPr lang="en-GB" dirty="0"/>
            </a:br>
            <a:r>
              <a:rPr lang="en-GB" dirty="0"/>
              <a:t>SET </a:t>
            </a:r>
            <a:r>
              <a:rPr lang="en-GB" i="1" dirty="0"/>
              <a:t>column1 </a:t>
            </a:r>
            <a:r>
              <a:rPr lang="en-GB" dirty="0"/>
              <a:t>=</a:t>
            </a:r>
            <a:r>
              <a:rPr lang="en-GB" i="1" dirty="0"/>
              <a:t> value1</a:t>
            </a:r>
            <a:r>
              <a:rPr lang="en-GB" dirty="0"/>
              <a:t>,</a:t>
            </a:r>
            <a:r>
              <a:rPr lang="en-GB" i="1" dirty="0"/>
              <a:t> column2 </a:t>
            </a:r>
            <a:r>
              <a:rPr lang="en-GB" dirty="0"/>
              <a:t>=</a:t>
            </a:r>
            <a:r>
              <a:rPr lang="en-GB" i="1" dirty="0"/>
              <a:t> value2</a:t>
            </a:r>
            <a:r>
              <a:rPr lang="en-GB" dirty="0"/>
              <a:t>, ...</a:t>
            </a:r>
            <a:br>
              <a:rPr lang="en-GB" dirty="0"/>
            </a:br>
            <a:r>
              <a:rPr lang="en-GB" dirty="0"/>
              <a:t>WHERE </a:t>
            </a:r>
            <a:r>
              <a:rPr lang="en-GB" i="1" dirty="0"/>
              <a:t>condition1 AND condition2</a:t>
            </a:r>
            <a:r>
              <a:rPr lang="en-GB" dirty="0"/>
              <a:t>;</a:t>
            </a:r>
          </a:p>
          <a:p>
            <a:r>
              <a:rPr lang="en-GB" dirty="0"/>
              <a:t>UPDATE </a:t>
            </a:r>
            <a:r>
              <a:rPr lang="en-GB" i="1" dirty="0" err="1"/>
              <a:t>table_name</a:t>
            </a:r>
            <a:br>
              <a:rPr lang="en-GB" dirty="0"/>
            </a:br>
            <a:r>
              <a:rPr lang="en-GB" dirty="0"/>
              <a:t>SET </a:t>
            </a:r>
            <a:r>
              <a:rPr lang="en-GB" i="1" dirty="0"/>
              <a:t>column1 </a:t>
            </a:r>
            <a:r>
              <a:rPr lang="en-GB" dirty="0"/>
              <a:t>=</a:t>
            </a:r>
            <a:r>
              <a:rPr lang="en-GB" i="1" dirty="0"/>
              <a:t> value1</a:t>
            </a:r>
            <a:r>
              <a:rPr lang="en-GB" dirty="0"/>
              <a:t>,</a:t>
            </a:r>
            <a:r>
              <a:rPr lang="en-GB" i="1" dirty="0"/>
              <a:t> column2 </a:t>
            </a:r>
            <a:r>
              <a:rPr lang="en-GB" dirty="0"/>
              <a:t>=</a:t>
            </a:r>
            <a:r>
              <a:rPr lang="en-GB" i="1" dirty="0"/>
              <a:t> value2</a:t>
            </a:r>
            <a:r>
              <a:rPr lang="en-GB" dirty="0"/>
              <a:t>, ...</a:t>
            </a:r>
            <a:br>
              <a:rPr lang="en-GB" dirty="0"/>
            </a:br>
            <a:r>
              <a:rPr lang="en-GB" dirty="0"/>
              <a:t>WHERE </a:t>
            </a:r>
            <a:r>
              <a:rPr lang="en-GB" i="1" dirty="0"/>
              <a:t>condition1 OR condition2</a:t>
            </a:r>
            <a:r>
              <a:rPr lang="en-GB" dirty="0"/>
              <a:t>;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E0DD2-1075-41F9-A9EC-8645D61A3F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AND- both conditions must be satisfied for update to take place</a:t>
            </a:r>
          </a:p>
          <a:p>
            <a:r>
              <a:rPr lang="en-US" dirty="0"/>
              <a:t>OR - one of the specified conditions must be true for the update to take place</a:t>
            </a:r>
          </a:p>
          <a:p>
            <a:r>
              <a:rPr lang="en-US" dirty="0"/>
              <a:t>NOT- </a:t>
            </a:r>
            <a:r>
              <a:rPr lang="en-GB" dirty="0"/>
              <a:t>all conditions must be false for the update to take place</a:t>
            </a:r>
          </a:p>
        </p:txBody>
      </p:sp>
    </p:spTree>
    <p:extLst>
      <p:ext uri="{BB962C8B-B14F-4D97-AF65-F5344CB8AC3E}">
        <p14:creationId xmlns:p14="http://schemas.microsoft.com/office/powerpoint/2010/main" val="161525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D420-9EF6-42B1-9327-A2AD4295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76277-F069-481C-864A-798D915B8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DELETE</a:t>
            </a:r>
            <a:r>
              <a:rPr lang="en-US" dirty="0"/>
              <a:t> statement is used to delete data stored in a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DELETE FROM </a:t>
            </a:r>
            <a:r>
              <a:rPr lang="en-GB" i="1" dirty="0" err="1">
                <a:solidFill>
                  <a:srgbClr val="FF0000"/>
                </a:solidFill>
              </a:rPr>
              <a:t>table_name</a:t>
            </a:r>
            <a:r>
              <a:rPr lang="en-GB" i="1" dirty="0">
                <a:solidFill>
                  <a:srgbClr val="FF0000"/>
                </a:solidFill>
              </a:rPr>
              <a:t> </a:t>
            </a:r>
            <a:r>
              <a:rPr lang="en-GB" dirty="0">
                <a:solidFill>
                  <a:srgbClr val="FF0000"/>
                </a:solidFill>
              </a:rPr>
              <a:t>WHERE </a:t>
            </a:r>
            <a:r>
              <a:rPr lang="en-GB" i="1" dirty="0">
                <a:solidFill>
                  <a:srgbClr val="FF0000"/>
                </a:solidFill>
              </a:rPr>
              <a:t>condition</a:t>
            </a:r>
            <a:r>
              <a:rPr lang="en-GB" dirty="0">
                <a:solidFill>
                  <a:srgbClr val="FF0000"/>
                </a:solidFill>
              </a:rPr>
              <a:t>;</a:t>
            </a:r>
          </a:p>
          <a:p>
            <a:pPr>
              <a:lnSpc>
                <a:spcPct val="90000"/>
              </a:lnSpc>
            </a:pPr>
            <a:endParaRPr lang="en-ZA" sz="2200" dirty="0"/>
          </a:p>
          <a:p>
            <a:pPr>
              <a:lnSpc>
                <a:spcPct val="90000"/>
              </a:lnSpc>
            </a:pPr>
            <a:r>
              <a:rPr lang="en-ZA" sz="2200" dirty="0"/>
              <a:t>Table name represents the table where data is to be deleted</a:t>
            </a:r>
          </a:p>
          <a:p>
            <a:pPr>
              <a:lnSpc>
                <a:spcPct val="90000"/>
              </a:lnSpc>
            </a:pPr>
            <a:r>
              <a:rPr lang="en-ZA" sz="2200" dirty="0"/>
              <a:t>The where statement indicates the condition that needs to be met for the delete to take place</a:t>
            </a:r>
          </a:p>
          <a:p>
            <a:pPr>
              <a:lnSpc>
                <a:spcPct val="90000"/>
              </a:lnSpc>
            </a:pPr>
            <a:r>
              <a:rPr lang="en-ZA" sz="2200" dirty="0"/>
              <a:t>Excluding the where command indicates that you want to delete content of every column in the table</a:t>
            </a:r>
            <a:endParaRPr lang="en-GB" sz="2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7496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1BDA0-36E7-49FC-8403-65CE5756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CA09F-2839-4A80-AC23-B22B2AE82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statement to delete the details of John James with student number 12345678 from the list of students </a:t>
            </a:r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008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11CD-6105-4B60-BD53-04843CBA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 Language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E148-49FA-472B-AA7E-3E7BCDC640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Given the following tables, </a:t>
            </a:r>
          </a:p>
          <a:p>
            <a:r>
              <a:rPr lang="en-GB" dirty="0"/>
              <a:t>Course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F0F68-BC0E-409F-AD63-88A7C2ED1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5250" y="2560320"/>
            <a:ext cx="4718304" cy="33101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write SQL statements to</a:t>
            </a:r>
          </a:p>
          <a:p>
            <a:r>
              <a:rPr lang="en-US" dirty="0"/>
              <a:t>Create the table and insert the details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Change the duration of SAD210S to 5 </a:t>
            </a:r>
            <a:endParaRPr lang="en-GB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2C34073-F0BC-4607-A4B3-9B93449DF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085047"/>
              </p:ext>
            </p:extLst>
          </p:nvPr>
        </p:nvGraphicFramePr>
        <p:xfrm>
          <a:off x="850900" y="3659124"/>
          <a:ext cx="247332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325">
                  <a:extLst>
                    <a:ext uri="{9D8B030D-6E8A-4147-A177-3AD203B41FA5}">
                      <a16:colId xmlns:a16="http://schemas.microsoft.com/office/drawing/2014/main" val="348218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Pk </a:t>
                      </a:r>
                      <a:r>
                        <a:rPr lang="en-US" dirty="0" err="1"/>
                        <a:t>courseId</a:t>
                      </a:r>
                      <a:r>
                        <a:rPr lang="en-US" dirty="0"/>
                        <a:t>  varchar(7)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96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Description varchar(30)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542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Duration int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815407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CA18F64-F79E-4602-8A1D-389DC638C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137261"/>
              </p:ext>
            </p:extLst>
          </p:nvPr>
        </p:nvGraphicFramePr>
        <p:xfrm>
          <a:off x="6175250" y="3529584"/>
          <a:ext cx="478802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008">
                  <a:extLst>
                    <a:ext uri="{9D8B030D-6E8A-4147-A177-3AD203B41FA5}">
                      <a16:colId xmlns:a16="http://schemas.microsoft.com/office/drawing/2014/main" val="2924685027"/>
                    </a:ext>
                  </a:extLst>
                </a:gridCol>
                <a:gridCol w="1596008">
                  <a:extLst>
                    <a:ext uri="{9D8B030D-6E8A-4147-A177-3AD203B41FA5}">
                      <a16:colId xmlns:a16="http://schemas.microsoft.com/office/drawing/2014/main" val="2220217063"/>
                    </a:ext>
                  </a:extLst>
                </a:gridCol>
                <a:gridCol w="1596008">
                  <a:extLst>
                    <a:ext uri="{9D8B030D-6E8A-4147-A177-3AD203B41FA5}">
                      <a16:colId xmlns:a16="http://schemas.microsoft.com/office/drawing/2014/main" val="3329875800"/>
                    </a:ext>
                  </a:extLst>
                </a:gridCol>
              </a:tblGrid>
              <a:tr h="296672">
                <a:tc>
                  <a:txBody>
                    <a:bodyPr/>
                    <a:lstStyle/>
                    <a:p>
                      <a:r>
                        <a:rPr lang="en-US" dirty="0" err="1"/>
                        <a:t>courseId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Duration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18872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en-US" dirty="0"/>
                        <a:t>CSC100S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049399"/>
                  </a:ext>
                </a:extLst>
              </a:tr>
              <a:tr h="519176">
                <a:tc>
                  <a:txBody>
                    <a:bodyPr/>
                    <a:lstStyle/>
                    <a:p>
                      <a:r>
                        <a:rPr lang="en-US" dirty="0"/>
                        <a:t>SAD210S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Analysis and Design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7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043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24467-17B7-4A5D-BA0F-C9355DB4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  <a:endParaRPr lang="en-GB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BF76C04E-8BC1-4D17-AC42-B7C5D46E0C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8575" y="2560320"/>
            <a:ext cx="4718050" cy="289750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37658-C5CB-4C21-BE80-C0B23B9130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Write all possible SQL statements to populate the table Student (you created as a recap activity when class started)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0208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F9AA-74F8-42B3-BE08-A6BB83003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73580-FC72-4A98-8B17-9B827F0CD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113" y="2414889"/>
            <a:ext cx="9601196" cy="33189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retrieve data from the database we can use the SELECT command</a:t>
            </a:r>
          </a:p>
          <a:p>
            <a:r>
              <a:rPr lang="en-US" dirty="0"/>
              <a:t>SELECT will retrieve information from the database that matches the specified criteria using the SELECT/FROM/WHERE framework.</a:t>
            </a:r>
          </a:p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WHERE</a:t>
            </a:r>
          </a:p>
          <a:p>
            <a:r>
              <a:rPr lang="en-GB" dirty="0"/>
              <a:t>When you want to retrieve data based on certain criteria, the WHERE clause comes in handy allowing you to specify the condition.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5A74DAC-23E8-4283-AA52-46F909B5F6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5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422"/>
    </mc:Choice>
    <mc:Fallback xmlns="">
      <p:transition spd="slow" advTm="1394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7870" x="11231563" y="3475038"/>
          <p14:tracePt t="37880" x="10544175" y="3475038"/>
          <p14:tracePt t="37890" x="9966325" y="3502025"/>
          <p14:tracePt t="37900" x="9515475" y="3552825"/>
          <p14:tracePt t="37911" x="9091613" y="3671888"/>
          <p14:tracePt t="37920" x="8818563" y="3773488"/>
          <p14:tracePt t="37930" x="8605838" y="3849688"/>
          <p14:tracePt t="37940" x="8564563" y="3867150"/>
          <p14:tracePt t="38227" x="8174038" y="3917950"/>
          <p14:tracePt t="38238" x="7451725" y="3917950"/>
          <p14:tracePt t="38247" x="6907213" y="3900488"/>
          <p14:tracePt t="38257" x="6380163" y="3883025"/>
          <p14:tracePt t="38267" x="6083300" y="3867150"/>
          <p14:tracePt t="38277" x="5794375" y="3867150"/>
          <p14:tracePt t="38287" x="5624513" y="3867150"/>
          <p14:tracePt t="38298" x="5548313" y="3867150"/>
          <p14:tracePt t="38308" x="5522913" y="3867150"/>
          <p14:tracePt t="38317" x="5497513" y="3867150"/>
          <p14:tracePt t="38595" x="5013325" y="3748088"/>
          <p14:tracePt t="38605" x="4240213" y="3535363"/>
          <p14:tracePt t="38614" x="3703638" y="3433763"/>
          <p14:tracePt t="38624" x="3270250" y="3416300"/>
          <p14:tracePt t="38636" x="2947988" y="3416300"/>
          <p14:tracePt t="38645" x="2676525" y="3441700"/>
          <p14:tracePt t="38655" x="2481263" y="3484563"/>
          <p14:tracePt t="38664" x="2405063" y="3492500"/>
          <p14:tracePt t="38673" x="2370138" y="3509963"/>
          <p14:tracePt t="38684" x="2344738" y="3517900"/>
          <p14:tracePt t="38694" x="2336800" y="3527425"/>
          <p14:tracePt t="38704" x="2319338" y="3535363"/>
          <p14:tracePt t="38713" x="2311400" y="3535363"/>
          <p14:tracePt t="38734" x="2301875" y="3535363"/>
          <p14:tracePt t="38743" x="2293938" y="3535363"/>
          <p14:tracePt t="38763" x="2286000" y="3535363"/>
          <p14:tracePt t="38803" x="2276475" y="3535363"/>
          <p14:tracePt t="38813" x="2268538" y="3535363"/>
          <p14:tracePt t="38833" x="2268538" y="3527425"/>
          <p14:tracePt t="38873" x="2268538" y="3517900"/>
          <p14:tracePt t="38901" x="2268538" y="3509963"/>
          <p14:tracePt t="38912" x="2260600" y="3509963"/>
          <p14:tracePt t="38931" x="2251075" y="3509963"/>
          <p14:tracePt t="38941" x="2243138" y="3509963"/>
          <p14:tracePt t="38952" x="2235200" y="3517900"/>
          <p14:tracePt t="38961" x="2217738" y="3527425"/>
          <p14:tracePt t="38973" x="2200275" y="3543300"/>
          <p14:tracePt t="38981" x="2192338" y="3568700"/>
          <p14:tracePt t="38990" x="2182813" y="3586163"/>
          <p14:tracePt t="39002" x="2166938" y="3603625"/>
          <p14:tracePt t="39011" x="2157413" y="3603625"/>
          <p14:tracePt t="39022" x="2149475" y="3611563"/>
          <p14:tracePt t="39030" x="2149475" y="3629025"/>
          <p14:tracePt t="39051" x="2141538" y="3636963"/>
          <p14:tracePt t="39061" x="2132013" y="3646488"/>
          <p14:tracePt t="39080" x="2124075" y="3654425"/>
          <p14:tracePt t="39090" x="2124075" y="3662363"/>
          <p14:tracePt t="39100" x="2124075" y="3671888"/>
          <p14:tracePt t="39130" x="2116138" y="3679825"/>
          <p14:tracePt t="39140" x="2116138" y="3687763"/>
          <p14:tracePt t="39171" x="2116138" y="3697288"/>
          <p14:tracePt t="39179" x="2116138" y="3705225"/>
          <p14:tracePt t="39190" x="2116138" y="3713163"/>
          <p14:tracePt t="39219" x="2116138" y="3722688"/>
          <p14:tracePt t="39240" x="2116138" y="3730625"/>
          <p14:tracePt t="39288" x="2116138" y="3738563"/>
          <p14:tracePt t="39328" x="2116138" y="3748088"/>
          <p14:tracePt t="40370" x="2116138" y="3756025"/>
          <p14:tracePt t="40389" x="2116138" y="3763963"/>
          <p14:tracePt t="40398" x="2124075" y="3773488"/>
          <p14:tracePt t="40409" x="2124075" y="3781425"/>
          <p14:tracePt t="40419" x="2124075" y="3790950"/>
          <p14:tracePt t="40428" x="2124075" y="3806825"/>
          <p14:tracePt t="40439" x="2124075" y="3824288"/>
          <p14:tracePt t="40448" x="2124075" y="3849688"/>
          <p14:tracePt t="40460" x="2116138" y="3867150"/>
          <p14:tracePt t="40469" x="2106613" y="3892550"/>
          <p14:tracePt t="40478" x="2098675" y="3925888"/>
          <p14:tracePt t="40488" x="2090738" y="3943350"/>
          <p14:tracePt t="40499" x="2081213" y="3960813"/>
          <p14:tracePt t="40508" x="2065338" y="3986213"/>
          <p14:tracePt t="40517" x="2055813" y="4011613"/>
          <p14:tracePt t="40527" x="2038350" y="4027488"/>
          <p14:tracePt t="40539" x="2022475" y="4052888"/>
          <p14:tracePt t="40547" x="2012950" y="4062413"/>
          <p14:tracePt t="40557" x="2005013" y="4087813"/>
          <p14:tracePt t="40568" x="1997075" y="4105275"/>
          <p14:tracePt t="40577" x="1979613" y="4121150"/>
          <p14:tracePt t="40588" x="1971675" y="4130675"/>
          <p14:tracePt t="40597" x="1962150" y="4138613"/>
          <p14:tracePt t="40606" x="1962150" y="4156075"/>
          <p14:tracePt t="40618" x="1954213" y="4156075"/>
          <p14:tracePt t="40627" x="1946275" y="4171950"/>
          <p14:tracePt t="40638" x="1936750" y="4181475"/>
          <p14:tracePt t="40656" x="1936750" y="4189413"/>
          <p14:tracePt t="40668" x="1928813" y="4197350"/>
          <p14:tracePt t="40677" x="1920875" y="4197350"/>
          <p14:tracePt t="40689" x="1920875" y="4206875"/>
          <p14:tracePt t="40696" x="1920875" y="4214813"/>
          <p14:tracePt t="40716" x="1920875" y="4224338"/>
          <p14:tracePt t="40738" x="1911350" y="4224338"/>
          <p14:tracePt t="40755" x="1911350" y="4232275"/>
          <p14:tracePt t="40767" x="1911350" y="4240213"/>
          <p14:tracePt t="40776" x="1903413" y="4240213"/>
          <p14:tracePt t="40805" x="1893888" y="4249738"/>
          <p14:tracePt t="40825" x="1893888" y="4257675"/>
          <p14:tracePt t="40836" x="1893888" y="4265613"/>
          <p14:tracePt t="40906" x="1893888" y="4275138"/>
          <p14:tracePt t="42035" x="1893888" y="4291013"/>
          <p14:tracePt t="42044" x="1903413" y="4308475"/>
          <p14:tracePt t="42055" x="1903413" y="4333875"/>
          <p14:tracePt t="42065" x="1911350" y="4341813"/>
          <p14:tracePt t="42074" x="1920875" y="4368800"/>
          <p14:tracePt t="42086" x="1928813" y="4394200"/>
          <p14:tracePt t="42094" x="1946275" y="4419600"/>
          <p14:tracePt t="42104" x="1954213" y="4445000"/>
          <p14:tracePt t="42114" x="1962150" y="4460875"/>
          <p14:tracePt t="42124" x="1971675" y="4478338"/>
          <p14:tracePt t="42134" x="1987550" y="4503738"/>
          <p14:tracePt t="42144" x="1997075" y="4529138"/>
          <p14:tracePt t="42153" x="2012950" y="4546600"/>
          <p14:tracePt t="42164" x="2022475" y="4572000"/>
          <p14:tracePt t="42173" x="2030413" y="4589463"/>
          <p14:tracePt t="42184" x="2038350" y="4614863"/>
          <p14:tracePt t="42193" x="2047875" y="4622800"/>
          <p14:tracePt t="42203" x="2047875" y="4648200"/>
          <p14:tracePt t="42213" x="2055813" y="4665663"/>
          <p14:tracePt t="42223" x="2055813" y="4673600"/>
          <p14:tracePt t="42235" x="2055813" y="4699000"/>
          <p14:tracePt t="42242" x="2065338" y="4708525"/>
          <p14:tracePt t="42253" x="2065338" y="4716463"/>
          <p14:tracePt t="42262" x="2065338" y="4733925"/>
          <p14:tracePt t="42272" x="2065338" y="4741863"/>
          <p14:tracePt t="42291" x="2065338" y="4749800"/>
          <p14:tracePt t="42303" x="2065338" y="4759325"/>
          <p14:tracePt t="42332" x="2065338" y="4767263"/>
          <p14:tracePt t="42352" x="2065338" y="4775200"/>
          <p14:tracePt t="42372" x="2065338" y="4784725"/>
          <p14:tracePt t="42441" x="2065338" y="4792663"/>
          <p14:tracePt t="43224" x="2047875" y="4648200"/>
          <p14:tracePt t="43235" x="2047875" y="4384675"/>
          <p14:tracePt t="43245" x="2047875" y="4181475"/>
          <p14:tracePt t="43253" x="2065338" y="3994150"/>
          <p14:tracePt t="43265" x="2065338" y="3951288"/>
          <p14:tracePt t="43273" x="2073275" y="3917950"/>
          <p14:tracePt t="43285" x="2081213" y="3892550"/>
          <p14:tracePt t="43293" x="2090738" y="3875088"/>
          <p14:tracePt t="43303" x="2090738" y="3867150"/>
          <p14:tracePt t="43314" x="2090738" y="3857625"/>
          <p14:tracePt t="43323" x="2090738" y="3849688"/>
          <p14:tracePt t="43343" x="2098675" y="3849688"/>
          <p14:tracePt t="43385" x="2098675" y="3841750"/>
          <p14:tracePt t="43422" x="2098675" y="3832225"/>
          <p14:tracePt t="43572" x="2090738" y="3841750"/>
          <p14:tracePt t="43581" x="2081213" y="3867150"/>
          <p14:tracePt t="43590" x="2065338" y="3900488"/>
          <p14:tracePt t="43601" x="2047875" y="3925888"/>
          <p14:tracePt t="43610" x="2030413" y="3951288"/>
          <p14:tracePt t="43620" x="2022475" y="3968750"/>
          <p14:tracePt t="43631" x="2012950" y="3986213"/>
          <p14:tracePt t="43640" x="2012950" y="4011613"/>
          <p14:tracePt t="43652" x="2005013" y="4027488"/>
          <p14:tracePt t="43660" x="1997075" y="4044950"/>
          <p14:tracePt t="43670" x="1997075" y="4062413"/>
          <p14:tracePt t="43681" x="1987550" y="4079875"/>
          <p14:tracePt t="43701" x="1979613" y="4095750"/>
          <p14:tracePt t="43710" x="1979613" y="4113213"/>
          <p14:tracePt t="43719" x="1971675" y="4121150"/>
          <p14:tracePt t="43731" x="1971675" y="4130675"/>
          <p14:tracePt t="43740" x="1971675" y="4146550"/>
          <p14:tracePt t="43749" x="1962150" y="4156075"/>
          <p14:tracePt t="43759" x="1962150" y="4164013"/>
          <p14:tracePt t="43769" x="1962150" y="4171950"/>
          <p14:tracePt t="43781" x="1962150" y="4189413"/>
          <p14:tracePt t="43789" x="1962150" y="4197350"/>
          <p14:tracePt t="43799" x="1962150" y="4206875"/>
          <p14:tracePt t="43809" x="1962150" y="4224338"/>
          <p14:tracePt t="43819" x="1962150" y="4232275"/>
          <p14:tracePt t="43829" x="1962150" y="4240213"/>
          <p14:tracePt t="43838" x="1962150" y="4257675"/>
          <p14:tracePt t="43848" x="1962150" y="4265613"/>
          <p14:tracePt t="43858" x="1962150" y="4283075"/>
          <p14:tracePt t="43869" x="1962150" y="4308475"/>
          <p14:tracePt t="43879" x="1962150" y="4316413"/>
          <p14:tracePt t="43888" x="1962150" y="4333875"/>
          <p14:tracePt t="43898" x="1962150" y="4341813"/>
          <p14:tracePt t="43909" x="1962150" y="4359275"/>
          <p14:tracePt t="43919" x="1962150" y="4376738"/>
          <p14:tracePt t="43927" x="1962150" y="4394200"/>
          <p14:tracePt t="43938" x="1962150" y="4410075"/>
          <p14:tracePt t="43948" x="1962150" y="4435475"/>
          <p14:tracePt t="43958" x="1962150" y="4445000"/>
          <p14:tracePt t="43968" x="1962150" y="4470400"/>
          <p14:tracePt t="43978" x="1962150" y="4495800"/>
          <p14:tracePt t="43987" x="1962150" y="4513263"/>
          <p14:tracePt t="43997" x="1962150" y="4529138"/>
          <p14:tracePt t="44007" x="1962150" y="4538663"/>
          <p14:tracePt t="44018" x="1962150" y="4564063"/>
          <p14:tracePt t="44027" x="1962150" y="4579938"/>
          <p14:tracePt t="44036" x="1962150" y="4589463"/>
          <p14:tracePt t="44047" x="1962150" y="4614863"/>
          <p14:tracePt t="44064" x="1962150" y="4630738"/>
          <p14:tracePt t="44069" x="1962150" y="4640263"/>
          <p14:tracePt t="44076" x="1962150" y="4657725"/>
          <p14:tracePt t="44086" x="1962150" y="4665663"/>
          <p14:tracePt t="44097" x="1962150" y="4683125"/>
          <p14:tracePt t="44107" x="1962150" y="4691063"/>
          <p14:tracePt t="44118" x="1962150" y="4699000"/>
          <p14:tracePt t="44126" x="1954213" y="4716463"/>
          <p14:tracePt t="44136" x="1954213" y="4724400"/>
          <p14:tracePt t="44156" x="1954213" y="4733925"/>
          <p14:tracePt t="44166" x="1946275" y="4741863"/>
          <p14:tracePt t="44176" x="1946275" y="4749800"/>
          <p14:tracePt t="44186" x="1946275" y="4759325"/>
          <p14:tracePt t="44197" x="1946275" y="4767263"/>
          <p14:tracePt t="44216" x="1936750" y="4775200"/>
          <p14:tracePt t="44225" x="1936750" y="4784725"/>
          <p14:tracePt t="44236" x="1936750" y="4792663"/>
          <p14:tracePt t="44255" x="1936750" y="4810125"/>
          <p14:tracePt t="44275" x="1936750" y="4818063"/>
          <p14:tracePt t="44285" x="1936750" y="4827588"/>
          <p14:tracePt t="44294" x="1936750" y="4835525"/>
          <p14:tracePt t="44324" x="1928813" y="4843463"/>
          <p14:tracePt t="44334" x="1928813" y="4852988"/>
          <p14:tracePt t="45435" x="1946275" y="4852988"/>
          <p14:tracePt t="45447" x="1962150" y="4852988"/>
          <p14:tracePt t="45455" x="1979613" y="4852988"/>
          <p14:tracePt t="45466" x="1997075" y="4852988"/>
          <p14:tracePt t="45474" x="2022475" y="4852988"/>
          <p14:tracePt t="45484" x="2038350" y="4852988"/>
          <p14:tracePt t="45494" x="2065338" y="4852988"/>
          <p14:tracePt t="45503" x="2090738" y="4860925"/>
          <p14:tracePt t="45515" x="2106613" y="4860925"/>
          <p14:tracePt t="45523" x="2132013" y="4860925"/>
          <p14:tracePt t="45534" x="2166938" y="4868863"/>
          <p14:tracePt t="45543" x="2192338" y="4878388"/>
          <p14:tracePt t="45553" x="2208213" y="4886325"/>
          <p14:tracePt t="45564" x="2235200" y="4894263"/>
          <p14:tracePt t="45572" x="2260600" y="4903788"/>
          <p14:tracePt t="45583" x="2276475" y="4911725"/>
          <p14:tracePt t="45592" x="2293938" y="4919663"/>
          <p14:tracePt t="45603" x="2311400" y="4929188"/>
          <p14:tracePt t="45612" x="2327275" y="4937125"/>
          <p14:tracePt t="45623" x="2336800" y="4937125"/>
          <p14:tracePt t="45634" x="2344738" y="4937125"/>
          <p14:tracePt t="45643" x="2352675" y="4946650"/>
          <p14:tracePt t="45653" x="2362200" y="4954588"/>
          <p14:tracePt t="45663" x="2370138" y="4962525"/>
          <p14:tracePt t="45672" x="2379663" y="4962525"/>
          <p14:tracePt t="45693" x="2387600" y="4972050"/>
          <p14:tracePt t="45703" x="2395538" y="4972050"/>
          <p14:tracePt t="45713" x="2395538" y="4979988"/>
          <p14:tracePt t="45722" x="2405063" y="4979988"/>
          <p14:tracePt t="45762" x="2413000" y="4987925"/>
          <p14:tracePt t="45793" x="2420938" y="4987925"/>
          <p14:tracePt t="45801" x="2420938" y="4997450"/>
          <p14:tracePt t="45990" x="2420938" y="5005388"/>
          <p14:tracePt t="48617" x="2420938" y="4997450"/>
          <p14:tracePt t="48626" x="2420938" y="4962525"/>
          <p14:tracePt t="48637" x="2420938" y="4919663"/>
          <p14:tracePt t="48647" x="2420938" y="4665663"/>
          <p14:tracePt t="48658" x="2446338" y="4308475"/>
          <p14:tracePt t="48666" x="2514600" y="3994150"/>
          <p14:tracePt t="48677" x="2582863" y="3738563"/>
          <p14:tracePt t="48687" x="2600325" y="3662363"/>
          <p14:tracePt t="48698" x="2608263" y="3629025"/>
          <p14:tracePt t="48707" x="2616200" y="3603625"/>
          <p14:tracePt t="48716" x="2616200" y="3594100"/>
          <p14:tracePt t="48727" x="2625725" y="3578225"/>
          <p14:tracePt t="48737" x="2625725" y="3568700"/>
          <p14:tracePt t="48747" x="2633663" y="3568700"/>
          <p14:tracePt t="48755" x="2633663" y="3560763"/>
          <p14:tracePt t="48767" x="2633663" y="3552825"/>
          <p14:tracePt t="49292" x="2625725" y="3560763"/>
          <p14:tracePt t="49302" x="2608263" y="3586163"/>
          <p14:tracePt t="49313" x="2600325" y="3594100"/>
          <p14:tracePt t="49321" x="2590800" y="3611563"/>
          <p14:tracePt t="49331" x="2590800" y="3629025"/>
          <p14:tracePt t="49342" x="2582863" y="3636963"/>
          <p14:tracePt t="49351" x="2574925" y="3646488"/>
          <p14:tracePt t="49362" x="2565400" y="3662363"/>
          <p14:tracePt t="49380" x="2557463" y="3671888"/>
          <p14:tracePt t="49392" x="2557463" y="3687763"/>
          <p14:tracePt t="49400" x="2549525" y="3687763"/>
          <p14:tracePt t="49412" x="2540000" y="3697288"/>
          <p14:tracePt t="49420" x="2540000" y="3705225"/>
          <p14:tracePt t="49430" x="2540000" y="3713163"/>
          <p14:tracePt t="49450" x="2532063" y="3722688"/>
          <p14:tracePt t="49462" x="2532063" y="3730625"/>
          <p14:tracePt t="49479" x="2524125" y="3730625"/>
          <p14:tracePt t="49488" x="2524125" y="3738563"/>
          <p14:tracePt t="49510" x="2524125" y="3748088"/>
          <p14:tracePt t="49529" x="2524125" y="3756025"/>
          <p14:tracePt t="49578" x="2524125" y="3763963"/>
          <p14:tracePt t="49628" x="2524125" y="3773488"/>
          <p14:tracePt t="50541" x="2514600" y="3781425"/>
          <p14:tracePt t="50562" x="2514600" y="3790950"/>
          <p14:tracePt t="50601" x="2524125" y="3790950"/>
          <p14:tracePt t="50611" x="2549525" y="3790950"/>
          <p14:tracePt t="50619" x="2574925" y="3790950"/>
          <p14:tracePt t="50630" x="2625725" y="3790950"/>
          <p14:tracePt t="50639" x="2668588" y="3790950"/>
          <p14:tracePt t="50649" x="2693988" y="3790950"/>
          <p14:tracePt t="50660" x="2719388" y="3790950"/>
          <p14:tracePt t="50670" x="2735263" y="3790950"/>
          <p14:tracePt t="50679" x="2744788" y="3790950"/>
          <p14:tracePt t="50690" x="2760663" y="3790950"/>
          <p14:tracePt t="50699" x="2770188" y="3790950"/>
          <p14:tracePt t="50720" x="2778125" y="3790950"/>
          <p14:tracePt t="50729" x="2786063" y="3790950"/>
          <p14:tracePt t="50739" x="2795588" y="3790950"/>
          <p14:tracePt t="50759" x="2795588" y="3798888"/>
          <p14:tracePt t="50769" x="2803525" y="3798888"/>
          <p14:tracePt t="50789" x="2803525" y="3806825"/>
          <p14:tracePt t="50798" x="2811463" y="3806825"/>
          <p14:tracePt t="50918" x="2820988" y="3806825"/>
          <p14:tracePt t="50978" x="2828925" y="3806825"/>
          <p14:tracePt t="51007" x="2828925" y="3816350"/>
          <p14:tracePt t="51029" x="2838450" y="3816350"/>
          <p14:tracePt t="51037" x="2854325" y="3816350"/>
          <p14:tracePt t="51046" x="2863850" y="3816350"/>
          <p14:tracePt t="51058" x="2889250" y="3824288"/>
          <p14:tracePt t="51066" x="2930525" y="3824288"/>
          <p14:tracePt t="51078" x="2973388" y="3824288"/>
          <p14:tracePt t="51086" x="3033713" y="3824288"/>
          <p14:tracePt t="51096" x="3100388" y="3824288"/>
          <p14:tracePt t="51107" x="3152775" y="3824288"/>
          <p14:tracePt t="51116" x="3194050" y="3824288"/>
          <p14:tracePt t="51127" x="3236913" y="3824288"/>
          <p14:tracePt t="51136" x="3279775" y="3824288"/>
          <p14:tracePt t="51146" x="3313113" y="3832225"/>
          <p14:tracePt t="51156" x="3338513" y="3832225"/>
          <p14:tracePt t="51165" x="3355975" y="3832225"/>
          <p14:tracePt t="51177" x="3381375" y="3841750"/>
          <p14:tracePt t="51186" x="3398838" y="3841750"/>
          <p14:tracePt t="51205" x="3414713" y="3849688"/>
          <p14:tracePt t="51215" x="3424238" y="3849688"/>
          <p14:tracePt t="51225" x="3432175" y="3849688"/>
          <p14:tracePt t="51245" x="3441700" y="3849688"/>
          <p14:tracePt t="51285" x="3449638" y="3849688"/>
          <p14:tracePt t="51314" x="3457575" y="3849688"/>
          <p14:tracePt t="51344" x="3467100" y="3849688"/>
          <p14:tracePt t="51810" x="3467100" y="3857625"/>
          <p14:tracePt t="51889" x="3467100" y="3867150"/>
          <p14:tracePt t="51899" x="3475038" y="3867150"/>
          <p14:tracePt t="51919" x="3492500" y="3867150"/>
          <p14:tracePt t="51928" x="3492500" y="3875088"/>
          <p14:tracePt t="51939" x="3500438" y="3883025"/>
          <p14:tracePt t="51949" x="3517900" y="3892550"/>
          <p14:tracePt t="51959" x="3525838" y="3900488"/>
          <p14:tracePt t="51968" x="3551238" y="3900488"/>
          <p14:tracePt t="51978" x="3576638" y="3908425"/>
          <p14:tracePt t="51988" x="3611563" y="3917950"/>
          <p14:tracePt t="51998" x="3627438" y="3925888"/>
          <p14:tracePt t="52009" x="3652838" y="3935413"/>
          <p14:tracePt t="52018" x="3687763" y="3943350"/>
          <p14:tracePt t="52028" x="3721100" y="3943350"/>
          <p14:tracePt t="52040" x="3746500" y="3951288"/>
          <p14:tracePt t="52048" x="3797300" y="3951288"/>
          <p14:tracePt t="52058" x="3840163" y="3951288"/>
          <p14:tracePt t="52067" x="3908425" y="3951288"/>
          <p14:tracePt t="52078" x="3967163" y="3951288"/>
          <p14:tracePt t="52088" x="4010025" y="3951288"/>
          <p14:tracePt t="52096" x="4044950" y="3951288"/>
          <p14:tracePt t="52107" x="4078288" y="3951288"/>
          <p14:tracePt t="52116" x="4095750" y="3951288"/>
          <p14:tracePt t="52127" x="4111625" y="3951288"/>
          <p14:tracePt t="52137" x="4129088" y="3951288"/>
          <p14:tracePt t="52156" x="4146550" y="3951288"/>
          <p14:tracePt t="52177" x="4154488" y="3951288"/>
          <p14:tracePt t="52186" x="4162425" y="3951288"/>
          <p14:tracePt t="52196" x="4171950" y="3951288"/>
          <p14:tracePt t="52218" x="4179888" y="3951288"/>
          <p14:tracePt t="52236" x="4187825" y="3951288"/>
          <p14:tracePt t="52266" x="4197350" y="3951288"/>
          <p14:tracePt t="52286" x="4205288" y="3951288"/>
          <p14:tracePt t="52316" x="4214813" y="3951288"/>
          <p14:tracePt t="53981" x="4214813" y="3943350"/>
          <p14:tracePt t="54536" x="4205288" y="3943350"/>
          <p14:tracePt t="54546" x="4171950" y="3943350"/>
          <p14:tracePt t="54559" x="4129088" y="3943350"/>
          <p14:tracePt t="54566" x="4060825" y="3951288"/>
          <p14:tracePt t="54576" x="3883025" y="3951288"/>
          <p14:tracePt t="54585" x="3713163" y="3951288"/>
          <p14:tracePt t="54595" x="3559175" y="3951288"/>
          <p14:tracePt t="54605" x="3441700" y="3951288"/>
          <p14:tracePt t="54616" x="3270250" y="3951288"/>
          <p14:tracePt t="54626" x="3186113" y="3943350"/>
          <p14:tracePt t="54636" x="3059113" y="3943350"/>
          <p14:tracePt t="54646" x="2998788" y="3943350"/>
          <p14:tracePt t="54656" x="2940050" y="3943350"/>
          <p14:tracePt t="54665" x="2879725" y="3943350"/>
          <p14:tracePt t="54675" x="2828925" y="3943350"/>
          <p14:tracePt t="54685" x="2770188" y="3943350"/>
          <p14:tracePt t="54695" x="2719388" y="3943350"/>
          <p14:tracePt t="54705" x="2659063" y="3951288"/>
          <p14:tracePt t="54714" x="2590800" y="3976688"/>
          <p14:tracePt t="54725" x="2540000" y="3986213"/>
          <p14:tracePt t="54734" x="2497138" y="3994150"/>
          <p14:tracePt t="54744" x="2446338" y="4002088"/>
          <p14:tracePt t="54754" x="2405063" y="4019550"/>
          <p14:tracePt t="54763" x="2352675" y="4027488"/>
          <p14:tracePt t="54775" x="2319338" y="4037013"/>
          <p14:tracePt t="54783" x="2301875" y="4044950"/>
          <p14:tracePt t="54793" x="2268538" y="4062413"/>
          <p14:tracePt t="54804" x="2243138" y="4070350"/>
          <p14:tracePt t="54813" x="2225675" y="4079875"/>
          <p14:tracePt t="54824" x="2192338" y="4087813"/>
          <p14:tracePt t="54833" x="2174875" y="4105275"/>
          <p14:tracePt t="54843" x="2149475" y="4113213"/>
          <p14:tracePt t="54854" x="2124075" y="4113213"/>
          <p14:tracePt t="54863" x="2106613" y="4121150"/>
          <p14:tracePt t="54874" x="2090738" y="4130675"/>
          <p14:tracePt t="54883" x="2081213" y="4138613"/>
          <p14:tracePt t="54892" x="2065338" y="4138613"/>
          <p14:tracePt t="54904" x="2065338" y="4146550"/>
          <p14:tracePt t="54913" x="2055813" y="4146550"/>
          <p14:tracePt t="54924" x="2047875" y="4146550"/>
          <p14:tracePt t="54932" x="2047875" y="4156075"/>
          <p14:tracePt t="54942" x="2038350" y="4156075"/>
          <p14:tracePt t="54952" x="2030413" y="4164013"/>
          <p14:tracePt t="54973" x="2022475" y="4171950"/>
          <p14:tracePt t="54981" x="2022475" y="4181475"/>
          <p14:tracePt t="54991" x="2012950" y="4189413"/>
          <p14:tracePt t="55004" x="2005013" y="4197350"/>
          <p14:tracePt t="55012" x="2005013" y="4206875"/>
          <p14:tracePt t="55022" x="1997075" y="4214813"/>
          <p14:tracePt t="55031" x="1987550" y="4224338"/>
          <p14:tracePt t="55053" x="1979613" y="4240213"/>
          <p14:tracePt t="55070" x="1979613" y="4249738"/>
          <p14:tracePt t="55080" x="1979613" y="4257675"/>
          <p14:tracePt t="55091" x="1971675" y="4257675"/>
          <p14:tracePt t="55111" x="1971675" y="4265613"/>
          <p14:tracePt t="55131" x="1971675" y="4275138"/>
          <p14:tracePt t="55141" x="1971675" y="4283075"/>
          <p14:tracePt t="55180" x="1971675" y="4291013"/>
          <p14:tracePt t="55200" x="1979613" y="4300538"/>
          <p14:tracePt t="55210" x="1987550" y="4300538"/>
          <p14:tracePt t="55220" x="1997075" y="4300538"/>
          <p14:tracePt t="55229" x="2005013" y="4300538"/>
          <p14:tracePt t="55241" x="2012950" y="4300538"/>
          <p14:tracePt t="55259" x="2022475" y="4300538"/>
          <p14:tracePt t="55270" x="2030413" y="4308475"/>
          <p14:tracePt t="55279" x="2038350" y="4308475"/>
          <p14:tracePt t="55310" x="2047875" y="4308475"/>
          <p14:tracePt t="55329" x="2055813" y="4308475"/>
          <p14:tracePt t="55379" x="2065338" y="4308475"/>
          <p14:tracePt t="55409" x="2073275" y="4308475"/>
          <p14:tracePt t="56322" x="2081213" y="4308475"/>
          <p14:tracePt t="56410" x="2090738" y="4308475"/>
          <p14:tracePt t="56430" x="2098675" y="4308475"/>
          <p14:tracePt t="56460" x="2106613" y="4308475"/>
          <p14:tracePt t="56479" x="2116138" y="4308475"/>
          <p14:tracePt t="56489" x="2124075" y="4308475"/>
          <p14:tracePt t="56510" x="2132013" y="4308475"/>
          <p14:tracePt t="56519" x="2141538" y="4308475"/>
          <p14:tracePt t="56539" x="2149475" y="4308475"/>
          <p14:tracePt t="56548" x="2157413" y="4308475"/>
          <p14:tracePt t="56558" x="2166938" y="4316413"/>
          <p14:tracePt t="56568" x="2174875" y="4316413"/>
          <p14:tracePt t="56590" x="2192338" y="4316413"/>
          <p14:tracePt t="56608" x="2192338" y="4325938"/>
          <p14:tracePt t="56618" x="2200275" y="4325938"/>
          <p14:tracePt t="56639" x="2208213" y="4325938"/>
          <p14:tracePt t="56668" x="2217738" y="4325938"/>
          <p14:tracePt t="56688" x="2225675" y="4325938"/>
          <p14:tracePt t="56697" x="2235200" y="4325938"/>
          <p14:tracePt t="56757" x="2243138" y="4325938"/>
          <p14:tracePt t="56787" x="2251075" y="4325938"/>
          <p14:tracePt t="56906" x="2260600" y="4325938"/>
          <p14:tracePt t="56935" x="2268538" y="4325938"/>
          <p14:tracePt t="56945" x="2276475" y="4325938"/>
          <p14:tracePt t="56965" x="2286000" y="4325938"/>
          <p14:tracePt t="56975" x="2293938" y="4325938"/>
          <p14:tracePt t="56995" x="2301875" y="4325938"/>
          <p14:tracePt t="57006" x="2311400" y="4325938"/>
          <p14:tracePt t="57015" x="2319338" y="4325938"/>
          <p14:tracePt t="57024" x="2327275" y="4325938"/>
          <p14:tracePt t="57036" x="2336800" y="4325938"/>
          <p14:tracePt t="57063" x="2352675" y="4325938"/>
          <p14:tracePt t="57084" x="2362200" y="4325938"/>
          <p14:tracePt t="57133" x="2370138" y="4325938"/>
          <p14:tracePt t="57163" x="2379663" y="4325938"/>
          <p14:tracePt t="58205" x="2387600" y="4316413"/>
          <p14:tracePt t="58215" x="2405063" y="4308475"/>
          <p14:tracePt t="58225" x="2420938" y="4291013"/>
          <p14:tracePt t="58234" x="2438400" y="4291013"/>
          <p14:tracePt t="58244" x="2446338" y="4291013"/>
          <p14:tracePt t="58255" x="2471738" y="4283075"/>
          <p14:tracePt t="58264" x="2489200" y="4283075"/>
          <p14:tracePt t="58274" x="2497138" y="4283075"/>
          <p14:tracePt t="58284" x="2514600" y="4283075"/>
          <p14:tracePt t="58294" x="2532063" y="4283075"/>
          <p14:tracePt t="58304" x="2549525" y="4283075"/>
          <p14:tracePt t="58313" x="2565400" y="4283075"/>
          <p14:tracePt t="58323" x="2582863" y="4291013"/>
          <p14:tracePt t="58335" x="2582863" y="4308475"/>
          <p14:tracePt t="58343" x="2600325" y="4325938"/>
          <p14:tracePt t="58354" x="2608263" y="4333875"/>
          <p14:tracePt t="58363" x="2608263" y="4359275"/>
          <p14:tracePt t="58372" x="2608263" y="4376738"/>
          <p14:tracePt t="58384" x="2608263" y="4394200"/>
          <p14:tracePt t="58393" x="2608263" y="4410075"/>
          <p14:tracePt t="58403" x="2600325" y="4427538"/>
          <p14:tracePt t="58412" x="2590800" y="4435475"/>
          <p14:tracePt t="58422" x="2590800" y="4445000"/>
          <p14:tracePt t="58432" x="2582863" y="4452938"/>
          <p14:tracePt t="58442" x="2574925" y="4460875"/>
          <p14:tracePt t="58462" x="2565400" y="4470400"/>
          <p14:tracePt t="58472" x="2557463" y="4470400"/>
          <p14:tracePt t="58482" x="2549525" y="4470400"/>
          <p14:tracePt t="58501" x="2540000" y="4470400"/>
          <p14:tracePt t="58512" x="2532063" y="4470400"/>
          <p14:tracePt t="58522" x="2532063" y="4460875"/>
          <p14:tracePt t="58532" x="2532063" y="4435475"/>
          <p14:tracePt t="58542" x="2532063" y="4394200"/>
          <p14:tracePt t="58551" x="2565400" y="4333875"/>
          <p14:tracePt t="58561" x="2608263" y="4283075"/>
          <p14:tracePt t="58571" x="2641600" y="4240213"/>
          <p14:tracePt t="58580" x="2668588" y="4224338"/>
          <p14:tracePt t="58590" x="2693988" y="4206875"/>
          <p14:tracePt t="58603" x="2719388" y="4197350"/>
          <p14:tracePt t="58610" x="2727325" y="4197350"/>
          <p14:tracePt t="58621" x="2744788" y="4197350"/>
          <p14:tracePt t="58630" x="2760663" y="4197350"/>
          <p14:tracePt t="58640" x="2770188" y="4197350"/>
          <p14:tracePt t="58650" x="2778125" y="4197350"/>
          <p14:tracePt t="58660" x="2786063" y="4197350"/>
          <p14:tracePt t="58680" x="2795588" y="4206875"/>
          <p14:tracePt t="58690" x="2795588" y="4214813"/>
          <p14:tracePt t="58700" x="2795588" y="4232275"/>
          <p14:tracePt t="58711" x="2795588" y="4249738"/>
          <p14:tracePt t="58720" x="2795588" y="4265613"/>
          <p14:tracePt t="58729" x="2786063" y="4283075"/>
          <p14:tracePt t="58740" x="2786063" y="4291013"/>
          <p14:tracePt t="58750" x="2778125" y="4300538"/>
          <p14:tracePt t="58759" x="2778125" y="4308475"/>
          <p14:tracePt t="58770" x="2770188" y="4316413"/>
          <p14:tracePt t="58780" x="2760663" y="4316413"/>
          <p14:tracePt t="58799" x="2760663" y="4325938"/>
          <p14:tracePt t="58820" x="2760663" y="4333875"/>
          <p14:tracePt t="58879" x="2760663" y="4341813"/>
          <p14:tracePt t="58909" x="2760663" y="4351338"/>
          <p14:tracePt t="58919" x="2770188" y="4351338"/>
          <p14:tracePt t="58937" x="2778125" y="4351338"/>
          <p14:tracePt t="58958" x="2778125" y="4359275"/>
          <p14:tracePt t="59008" x="2786063" y="4359275"/>
          <p14:tracePt t="59464" x="2795588" y="4359275"/>
          <p14:tracePt t="63469" x="2786063" y="4359275"/>
          <p14:tracePt t="63480" x="2778125" y="4359275"/>
          <p14:tracePt t="63489" x="2760663" y="4351338"/>
          <p14:tracePt t="63500" x="2744788" y="4341813"/>
          <p14:tracePt t="63508" x="2735263" y="4333875"/>
          <p14:tracePt t="63518" x="2719388" y="4325938"/>
          <p14:tracePt t="63529" x="2693988" y="4316413"/>
          <p14:tracePt t="63538" x="2668588" y="4308475"/>
          <p14:tracePt t="63550" x="2651125" y="4291013"/>
          <p14:tracePt t="63558" x="2625725" y="4275138"/>
          <p14:tracePt t="63568" x="2600325" y="4257675"/>
          <p14:tracePt t="63579" x="2574925" y="4240213"/>
          <p14:tracePt t="63588" x="2557463" y="4224338"/>
          <p14:tracePt t="63599" x="2549525" y="4224338"/>
          <p14:tracePt t="63608" x="2532063" y="4206875"/>
          <p14:tracePt t="63617" x="2506663" y="4189413"/>
          <p14:tracePt t="63628" x="2497138" y="4171950"/>
          <p14:tracePt t="63637" x="2481263" y="4146550"/>
          <p14:tracePt t="63648" x="2481263" y="4138613"/>
          <p14:tracePt t="63657" x="2471738" y="4113213"/>
          <p14:tracePt t="63667" x="2463800" y="4079875"/>
          <p14:tracePt t="63678" x="2463800" y="4044950"/>
          <p14:tracePt t="63687" x="2463800" y="4019550"/>
          <p14:tracePt t="63697" x="2463800" y="3986213"/>
          <p14:tracePt t="63707" x="2463800" y="3951288"/>
          <p14:tracePt t="63717" x="2463800" y="3925888"/>
          <p14:tracePt t="63729" x="2471738" y="3908425"/>
          <p14:tracePt t="63737" x="2471738" y="3892550"/>
          <p14:tracePt t="63747" x="2481263" y="3875088"/>
          <p14:tracePt t="63756" x="2489200" y="3867150"/>
          <p14:tracePt t="63767" x="2489200" y="3857625"/>
          <p14:tracePt t="63777" x="2497138" y="3841750"/>
          <p14:tracePt t="63786" x="2506663" y="3841750"/>
          <p14:tracePt t="63796" x="2506663" y="3832225"/>
          <p14:tracePt t="63806" x="2514600" y="3816350"/>
          <p14:tracePt t="63818" x="2524125" y="3816350"/>
          <p14:tracePt t="63826" x="2532063" y="3806825"/>
          <p14:tracePt t="63836" x="2540000" y="3806825"/>
          <p14:tracePt t="63846" x="2549525" y="3798888"/>
          <p14:tracePt t="63858" x="2557463" y="3798888"/>
          <p14:tracePt t="63867" x="2565400" y="3798888"/>
          <p14:tracePt t="63877" x="2574925" y="3798888"/>
          <p14:tracePt t="63886" x="2582863" y="3798888"/>
          <p14:tracePt t="63896" x="2590800" y="3798888"/>
          <p14:tracePt t="63906" x="2600325" y="3798888"/>
          <p14:tracePt t="63916" x="2608263" y="3798888"/>
          <p14:tracePt t="63925" x="2616200" y="3798888"/>
          <p14:tracePt t="63935" x="2625725" y="3806825"/>
          <p14:tracePt t="63946" x="2633663" y="3806825"/>
          <p14:tracePt t="63955" x="2641600" y="3806825"/>
          <p14:tracePt t="63967" x="2651125" y="3816350"/>
          <p14:tracePt t="63975" x="2659063" y="3824288"/>
          <p14:tracePt t="63985" x="2668588" y="3824288"/>
          <p14:tracePt t="63996" x="2676525" y="3824288"/>
          <p14:tracePt t="64004" x="2676525" y="3832225"/>
          <p14:tracePt t="64015" x="2684463" y="3841750"/>
          <p14:tracePt t="64024" x="2693988" y="3841750"/>
          <p14:tracePt t="64046" x="2693988" y="3849688"/>
          <p14:tracePt t="64054" x="2701925" y="3849688"/>
          <p14:tracePt t="64065" x="2709863" y="3849688"/>
          <p14:tracePt t="64084" x="2719388" y="3857625"/>
          <p14:tracePt t="64144" x="2727325" y="3857625"/>
          <p14:tracePt t="64173" x="2735263" y="3857625"/>
          <p14:tracePt t="65235" x="2744788" y="3857625"/>
          <p14:tracePt t="65244" x="2760663" y="3857625"/>
          <p14:tracePt t="65264" x="2778125" y="3857625"/>
          <p14:tracePt t="65273" x="2795588" y="3857625"/>
          <p14:tracePt t="65283" x="2803525" y="3849688"/>
          <p14:tracePt t="65294" x="2811463" y="3849688"/>
          <p14:tracePt t="65303" x="2820988" y="3849688"/>
          <p14:tracePt t="65314" x="2828925" y="3849688"/>
          <p14:tracePt t="65323" x="2838450" y="3849688"/>
          <p14:tracePt t="65332" x="2846388" y="3849688"/>
          <p14:tracePt t="65353" x="2854325" y="3849688"/>
          <p14:tracePt t="65372" x="2863850" y="3849688"/>
          <p14:tracePt t="65422" x="2871788" y="3849688"/>
          <p14:tracePt t="65462" x="2879725" y="3849688"/>
          <p14:tracePt t="65829" x="2871788" y="3849688"/>
          <p14:tracePt t="65839" x="2863850" y="3849688"/>
          <p14:tracePt t="65848" x="2838450" y="3849688"/>
          <p14:tracePt t="65859" x="2820988" y="3849688"/>
          <p14:tracePt t="65868" x="2803525" y="3849688"/>
          <p14:tracePt t="65879" x="2778125" y="3849688"/>
          <p14:tracePt t="65888" x="2760663" y="3849688"/>
          <p14:tracePt t="65899" x="2744788" y="3849688"/>
          <p14:tracePt t="65908" x="2735263" y="3849688"/>
          <p14:tracePt t="65917" x="2727325" y="3849688"/>
          <p14:tracePt t="65928" x="2719388" y="3849688"/>
          <p14:tracePt t="65938" x="2709863" y="3849688"/>
          <p14:tracePt t="65967" x="2701925" y="3849688"/>
          <p14:tracePt t="65987" x="2693988" y="3849688"/>
          <p14:tracePt t="66006" x="2684463" y="3849688"/>
          <p14:tracePt t="66067" x="2676525" y="3849688"/>
          <p14:tracePt t="66127" x="2668588" y="3841750"/>
          <p14:tracePt t="66167" x="2668588" y="3832225"/>
          <p14:tracePt t="66186" x="2668588" y="3824288"/>
          <p14:tracePt t="66206" x="2668588" y="3816350"/>
          <p14:tracePt t="66266" x="2668588" y="3806825"/>
          <p14:tracePt t="66285" x="2668588" y="3798888"/>
          <p14:tracePt t="66306" x="2684463" y="3798888"/>
          <p14:tracePt t="66324" x="2693988" y="3798888"/>
          <p14:tracePt t="66335" x="2701925" y="3798888"/>
          <p14:tracePt t="66344" x="2709863" y="3798888"/>
          <p14:tracePt t="66354" x="2727325" y="3798888"/>
          <p14:tracePt t="66364" x="2735263" y="3798888"/>
          <p14:tracePt t="66374" x="2752725" y="3798888"/>
          <p14:tracePt t="66384" x="2760663" y="3798888"/>
          <p14:tracePt t="66394" x="2778125" y="3798888"/>
          <p14:tracePt t="66404" x="2795588" y="3798888"/>
          <p14:tracePt t="66415" x="2803525" y="3798888"/>
          <p14:tracePt t="66424" x="2828925" y="3798888"/>
          <p14:tracePt t="66433" x="2846388" y="3798888"/>
          <p14:tracePt t="66444" x="2854325" y="3798888"/>
          <p14:tracePt t="66453" x="2871788" y="3798888"/>
          <p14:tracePt t="66464" x="2889250" y="3798888"/>
          <p14:tracePt t="66484" x="2897188" y="3798888"/>
          <p14:tracePt t="66493" x="2905125" y="3798888"/>
          <p14:tracePt t="66513" x="2914650" y="3798888"/>
          <p14:tracePt t="66522" x="2922588" y="3798888"/>
          <p14:tracePt t="66542" x="2930525" y="3798888"/>
          <p14:tracePt t="66583" x="2940050" y="3798888"/>
          <p14:tracePt t="66631" x="2947988" y="3798888"/>
          <p14:tracePt t="66801" x="2947988" y="3806825"/>
          <p14:tracePt t="66860" x="2940050" y="3806825"/>
          <p14:tracePt t="66870" x="2922588" y="3816350"/>
          <p14:tracePt t="66880" x="2905125" y="3816350"/>
          <p14:tracePt t="66889" x="2889250" y="3816350"/>
          <p14:tracePt t="66899" x="2871788" y="3816350"/>
          <p14:tracePt t="66910" x="2846388" y="3816350"/>
          <p14:tracePt t="66919" x="2828925" y="3824288"/>
          <p14:tracePt t="66930" x="2803525" y="3824288"/>
          <p14:tracePt t="66939" x="2786063" y="3824288"/>
          <p14:tracePt t="66949" x="2778125" y="3824288"/>
          <p14:tracePt t="66960" x="2770188" y="3824288"/>
          <p14:tracePt t="66969" x="2752725" y="3824288"/>
          <p14:tracePt t="66988" x="2744788" y="3824288"/>
          <p14:tracePt t="66998" x="2735263" y="3824288"/>
          <p14:tracePt t="67019" x="2727325" y="3824288"/>
          <p14:tracePt t="67048" x="2719388" y="3824288"/>
          <p14:tracePt t="67080" x="2727325" y="3816350"/>
          <p14:tracePt t="67087" x="2735263" y="3816350"/>
          <p14:tracePt t="67097" x="2752725" y="3806825"/>
          <p14:tracePt t="67107" x="2778125" y="3798888"/>
          <p14:tracePt t="67117" x="2811463" y="3790950"/>
          <p14:tracePt t="67129" x="2838450" y="3790950"/>
          <p14:tracePt t="67137" x="2863850" y="3781425"/>
          <p14:tracePt t="67147" x="2889250" y="3781425"/>
          <p14:tracePt t="67159" x="2914650" y="3781425"/>
          <p14:tracePt t="67167" x="2930525" y="3781425"/>
          <p14:tracePt t="67179" x="2947988" y="3781425"/>
          <p14:tracePt t="67187" x="2955925" y="3781425"/>
          <p14:tracePt t="67197" x="2965450" y="3781425"/>
          <p14:tracePt t="67207" x="2982913" y="3781425"/>
          <p14:tracePt t="67237" x="2990850" y="3781425"/>
          <p14:tracePt t="67256" x="2998788" y="3781425"/>
          <p14:tracePt t="67329" x="3008313" y="3781425"/>
          <p14:tracePt t="68407" x="2973388" y="3798888"/>
          <p14:tracePt t="68418" x="2778125" y="3917950"/>
          <p14:tracePt t="68428" x="2582863" y="4037013"/>
          <p14:tracePt t="68435" x="2413000" y="4138613"/>
          <p14:tracePt t="68446" x="2327275" y="4189413"/>
          <p14:tracePt t="68458" x="2293938" y="4206875"/>
          <p14:tracePt t="68465" x="2260600" y="4232275"/>
          <p14:tracePt t="68477" x="2225675" y="4257675"/>
          <p14:tracePt t="68486" x="2200275" y="4275138"/>
          <p14:tracePt t="68497" x="2174875" y="4291013"/>
          <p14:tracePt t="68506" x="2149475" y="4308475"/>
          <p14:tracePt t="68515" x="2132013" y="4325938"/>
          <p14:tracePt t="68525" x="2106613" y="4341813"/>
          <p14:tracePt t="68536" x="2081213" y="4368800"/>
          <p14:tracePt t="68547" x="2065338" y="4376738"/>
          <p14:tracePt t="68556" x="2047875" y="4384675"/>
          <p14:tracePt t="68565" x="2038350" y="4402138"/>
          <p14:tracePt t="68576" x="2030413" y="4410075"/>
          <p14:tracePt t="68585" x="2022475" y="4419600"/>
          <p14:tracePt t="68595" x="2005013" y="4427538"/>
          <p14:tracePt t="68604" x="2005013" y="4445000"/>
          <p14:tracePt t="68614" x="1997075" y="4452938"/>
          <p14:tracePt t="68625" x="1987550" y="4452938"/>
          <p14:tracePt t="68634" x="1979613" y="4470400"/>
          <p14:tracePt t="68645" x="1979613" y="4478338"/>
          <p14:tracePt t="68653" x="1971675" y="4478338"/>
          <p14:tracePt t="68663" x="1962150" y="4495800"/>
          <p14:tracePt t="68674" x="1962150" y="4503738"/>
          <p14:tracePt t="68684" x="1954213" y="4513263"/>
          <p14:tracePt t="68696" x="1954213" y="4521200"/>
          <p14:tracePt t="68704" x="1946275" y="4538663"/>
          <p14:tracePt t="68723" x="1946275" y="4546600"/>
          <p14:tracePt t="68733" x="1936750" y="4554538"/>
          <p14:tracePt t="68754" x="1936750" y="4572000"/>
          <p14:tracePt t="68763" x="1936750" y="4579938"/>
          <p14:tracePt t="68774" x="1936750" y="4589463"/>
          <p14:tracePt t="68783" x="1936750" y="4605338"/>
          <p14:tracePt t="68803" x="1936750" y="4622800"/>
          <p14:tracePt t="68812" x="1936750" y="4640263"/>
          <p14:tracePt t="68823" x="1946275" y="4648200"/>
          <p14:tracePt t="68833" x="1946275" y="4665663"/>
          <p14:tracePt t="68843" x="1946275" y="4673600"/>
          <p14:tracePt t="68852" x="1946275" y="4683125"/>
          <p14:tracePt t="68862" x="1954213" y="4699000"/>
          <p14:tracePt t="68873" x="1954213" y="4708525"/>
          <p14:tracePt t="68882" x="1962150" y="4733925"/>
          <p14:tracePt t="68893" x="1971675" y="4749800"/>
          <p14:tracePt t="68901" x="1971675" y="4767263"/>
          <p14:tracePt t="68912" x="1979613" y="4775200"/>
          <p14:tracePt t="68922" x="1979613" y="4792663"/>
          <p14:tracePt t="68932" x="1987550" y="4802188"/>
          <p14:tracePt t="68952" x="1987550" y="4810125"/>
          <p14:tracePt t="68962" x="1987550" y="4818063"/>
          <p14:tracePt t="68981" x="1987550" y="4827588"/>
          <p14:tracePt t="68991" x="1987550" y="4835525"/>
          <p14:tracePt t="69001" x="1997075" y="4835525"/>
          <p14:tracePt t="69012" x="2005013" y="4843463"/>
          <p14:tracePt t="69041" x="2012950" y="4852988"/>
          <p14:tracePt t="69061" x="2022475" y="4852988"/>
          <p14:tracePt t="69070" x="2030413" y="4852988"/>
          <p14:tracePt t="69089" x="2038350" y="4852988"/>
          <p14:tracePt t="69100" x="2055813" y="4852988"/>
          <p14:tracePt t="69120" x="2073275" y="4852988"/>
          <p14:tracePt t="69130" x="2090738" y="4852988"/>
          <p14:tracePt t="69141" x="2098675" y="4852988"/>
          <p14:tracePt t="69150" x="2116138" y="4843463"/>
          <p14:tracePt t="69161" x="2124075" y="4843463"/>
          <p14:tracePt t="69179" x="2132013" y="4843463"/>
          <p14:tracePt t="69191" x="2141538" y="4843463"/>
          <p14:tracePt t="69212" x="2149475" y="4843463"/>
          <p14:tracePt t="69219" x="2149475" y="4835525"/>
          <p14:tracePt t="69229" x="2157413" y="4835525"/>
          <p14:tracePt t="69249" x="2166938" y="4835525"/>
          <p14:tracePt t="69308" x="2174875" y="4835525"/>
          <p14:tracePt t="69348" x="2182813" y="4835525"/>
          <p14:tracePt t="70002" x="2192338" y="4835525"/>
          <p14:tracePt t="70045" x="2200275" y="4835525"/>
          <p14:tracePt t="70072" x="2208213" y="4835525"/>
          <p14:tracePt t="70081" x="2217738" y="4827588"/>
          <p14:tracePt t="70093" x="2225675" y="4827588"/>
          <p14:tracePt t="70102" x="2235200" y="4827588"/>
          <p14:tracePt t="70111" x="2243138" y="4827588"/>
          <p14:tracePt t="70122" x="2251075" y="4827588"/>
          <p14:tracePt t="70131" x="2268538" y="4827588"/>
          <p14:tracePt t="70142" x="2276475" y="4827588"/>
          <p14:tracePt t="70152" x="2286000" y="4827588"/>
          <p14:tracePt t="70161" x="2301875" y="4827588"/>
          <p14:tracePt t="70172" x="2311400" y="4827588"/>
          <p14:tracePt t="70181" x="2319338" y="4827588"/>
          <p14:tracePt t="70192" x="2327275" y="4835525"/>
          <p14:tracePt t="70200" x="2336800" y="4835525"/>
          <p14:tracePt t="70210" x="2344738" y="4835525"/>
          <p14:tracePt t="70221" x="2362200" y="4835525"/>
          <p14:tracePt t="70240" x="2370138" y="4835525"/>
          <p14:tracePt t="70250" x="2379663" y="4835525"/>
          <p14:tracePt t="70261" x="2379663" y="4843463"/>
          <p14:tracePt t="70270" x="2395538" y="4843463"/>
          <p14:tracePt t="70280" x="2405063" y="4843463"/>
          <p14:tracePt t="70290" x="2405063" y="4852988"/>
          <p14:tracePt t="70311" x="2413000" y="4852988"/>
          <p14:tracePt t="70320" x="2420938" y="4860925"/>
          <p14:tracePt t="70340" x="2430463" y="4860925"/>
          <p14:tracePt t="70360" x="2438400" y="4860925"/>
          <p14:tracePt t="70369" x="2446338" y="4860925"/>
          <p14:tracePt t="70389" x="2446338" y="4868863"/>
          <p14:tracePt t="70399" x="2455863" y="4868863"/>
          <p14:tracePt t="70419" x="2463800" y="4878388"/>
          <p14:tracePt t="70449" x="2471738" y="4878388"/>
          <p14:tracePt t="70459" x="2481263" y="4886325"/>
          <p14:tracePt t="70468" x="2489200" y="4894263"/>
          <p14:tracePt t="70498" x="2497138" y="4903788"/>
          <p14:tracePt t="70509" x="2497138" y="4911725"/>
          <p14:tracePt t="70518" x="2506663" y="4911725"/>
          <p14:tracePt t="70528" x="2506663" y="4919663"/>
          <p14:tracePt t="70559" x="2506663" y="4929188"/>
          <p14:tracePt t="70568" x="2514600" y="4929188"/>
          <p14:tracePt t="70588" x="2514600" y="4937125"/>
          <p14:tracePt t="70608" x="2524125" y="4937125"/>
          <p14:tracePt t="70647" x="2532063" y="4946650"/>
          <p14:tracePt t="76924" x="2532063" y="4937125"/>
          <p14:tracePt t="76963" x="2532063" y="4929188"/>
          <p14:tracePt t="77033" x="2532063" y="4919663"/>
          <p14:tracePt t="79074" x="2532063" y="4911725"/>
          <p14:tracePt t="79561" x="2532063" y="4903788"/>
          <p14:tracePt t="80087" x="2532063" y="4894263"/>
          <p14:tracePt t="80137" x="2532063" y="4886325"/>
          <p14:tracePt t="80196" x="2532063" y="4878388"/>
          <p14:tracePt t="80225" x="2532063" y="4868863"/>
          <p14:tracePt t="80363" x="2532063" y="4860925"/>
          <p14:tracePt t="81088" x="2532063" y="4852988"/>
          <p14:tracePt t="81227" x="2532063" y="4843463"/>
          <p14:tracePt t="83458" x="2549525" y="4843463"/>
          <p14:tracePt t="83467" x="2557463" y="4843463"/>
          <p14:tracePt t="83478" x="2565400" y="4843463"/>
          <p14:tracePt t="83487" x="2574925" y="4852988"/>
          <p14:tracePt t="83498" x="2582863" y="4852988"/>
          <p14:tracePt t="83506" x="2590800" y="4860925"/>
          <p14:tracePt t="83516" x="2600325" y="4860925"/>
          <p14:tracePt t="83538" x="2608263" y="4868863"/>
          <p14:tracePt t="83548" x="2616200" y="4878388"/>
          <p14:tracePt t="83557" x="2625725" y="4878388"/>
          <p14:tracePt t="83579" x="2633663" y="4886325"/>
          <p14:tracePt t="83586" x="2641600" y="4894263"/>
          <p14:tracePt t="83606" x="2659063" y="4903788"/>
          <p14:tracePt t="83616" x="2668588" y="4903788"/>
          <p14:tracePt t="83627" x="2676525" y="4911725"/>
          <p14:tracePt t="83636" x="2701925" y="4919663"/>
          <p14:tracePt t="83647" x="2727325" y="4919663"/>
          <p14:tracePt t="83655" x="2744788" y="4919663"/>
          <p14:tracePt t="83666" x="2778125" y="4919663"/>
          <p14:tracePt t="83676" x="2811463" y="4919663"/>
          <p14:tracePt t="83686" x="2838450" y="4919663"/>
          <p14:tracePt t="83696" x="2854325" y="4919663"/>
          <p14:tracePt t="83706" x="2879725" y="4919663"/>
          <p14:tracePt t="83715" x="2897188" y="4919663"/>
          <p14:tracePt t="83727" x="2905125" y="4911725"/>
          <p14:tracePt t="83735" x="2914650" y="4911725"/>
          <p14:tracePt t="83746" x="2922588" y="4911725"/>
          <p14:tracePt t="83755" x="2930525" y="4911725"/>
          <p14:tracePt t="83764" x="2947988" y="4911725"/>
          <p14:tracePt t="83795" x="2955925" y="4911725"/>
          <p14:tracePt t="83814" x="2965450" y="4911725"/>
          <p14:tracePt t="83825" x="2973388" y="4911725"/>
          <p14:tracePt t="83884" x="2982913" y="4911725"/>
          <p14:tracePt t="84339" x="2990850" y="4911725"/>
          <p14:tracePt t="84349" x="2990850" y="4903788"/>
          <p14:tracePt t="84369" x="2990850" y="4886325"/>
          <p14:tracePt t="84380" x="2998788" y="4868863"/>
          <p14:tracePt t="84389" x="3016250" y="4835525"/>
          <p14:tracePt t="84400" x="3041650" y="4784725"/>
          <p14:tracePt t="84410" x="3041650" y="4749800"/>
          <p14:tracePt t="84419" x="3059113" y="4724400"/>
          <p14:tracePt t="84430" x="3067050" y="4699000"/>
          <p14:tracePt t="84438" x="3074988" y="4691063"/>
          <p14:tracePt t="84448" x="3074988" y="4683125"/>
          <p14:tracePt t="84459" x="3084513" y="4673600"/>
          <p14:tracePt t="84479" x="3084513" y="4665663"/>
          <p14:tracePt t="84488" x="3092450" y="4665663"/>
          <p14:tracePt t="84498" x="3092450" y="4657725"/>
          <p14:tracePt t="84518" x="3092450" y="4648200"/>
          <p14:tracePt t="92590" x="3084513" y="4640263"/>
          <p14:tracePt t="92600" x="3067050" y="4630738"/>
          <p14:tracePt t="92610" x="3059113" y="4622800"/>
          <p14:tracePt t="92619" x="3049588" y="4622800"/>
          <p14:tracePt t="92629" x="3041650" y="4614863"/>
          <p14:tracePt t="92639" x="3033713" y="4597400"/>
          <p14:tracePt t="92650" x="3033713" y="4589463"/>
          <p14:tracePt t="92659" x="3033713" y="4572000"/>
          <p14:tracePt t="92669" x="3033713" y="4554538"/>
          <p14:tracePt t="92679" x="3033713" y="4546600"/>
          <p14:tracePt t="92689" x="3033713" y="4529138"/>
          <p14:tracePt t="92699" x="3049588" y="4503738"/>
          <p14:tracePt t="92708" x="3074988" y="4486275"/>
          <p14:tracePt t="92719" x="3092450" y="4478338"/>
          <p14:tracePt t="92728" x="3109913" y="4470400"/>
          <p14:tracePt t="92740" x="3127375" y="4452938"/>
          <p14:tracePt t="92748" x="3143250" y="4452938"/>
          <p14:tracePt t="92758" x="3152775" y="4452938"/>
          <p14:tracePt t="92769" x="3160713" y="4452938"/>
          <p14:tracePt t="92779" x="3168650" y="4452938"/>
          <p14:tracePt t="92789" x="3178175" y="4452938"/>
          <p14:tracePt t="92798" x="3178175" y="4460875"/>
          <p14:tracePt t="92808" x="3178175" y="4478338"/>
          <p14:tracePt t="92818" x="3178175" y="4503738"/>
          <p14:tracePt t="92828" x="3168650" y="4529138"/>
          <p14:tracePt t="92839" x="3168650" y="4554538"/>
          <p14:tracePt t="92848" x="3160713" y="4572000"/>
          <p14:tracePt t="92858" x="3143250" y="4597400"/>
          <p14:tracePt t="92869" x="3135313" y="4605338"/>
          <p14:tracePt t="92877" x="3127375" y="4614863"/>
          <p14:tracePt t="92888" x="3127375" y="4622800"/>
          <p14:tracePt t="92897" x="3117850" y="4622800"/>
          <p14:tracePt t="92907" x="3117850" y="4630738"/>
          <p14:tracePt t="92919" x="3109913" y="4630738"/>
          <p14:tracePt t="92927" x="3109913" y="4640263"/>
          <p14:tracePt t="92957" x="3117850" y="4640263"/>
          <p14:tracePt t="92968" x="3127375" y="4648200"/>
          <p14:tracePt t="92976" x="3143250" y="4648200"/>
          <p14:tracePt t="92987" x="3168650" y="4657725"/>
          <p14:tracePt t="92998" x="3194050" y="4657725"/>
          <p14:tracePt t="93007" x="3219450" y="4657725"/>
          <p14:tracePt t="93016" x="3236913" y="4665663"/>
          <p14:tracePt t="93036" x="3244850" y="4665663"/>
          <p14:tracePt t="93038" x="3254375" y="4665663"/>
          <p14:tracePt t="93045" x="3262313" y="4673600"/>
          <p14:tracePt t="93057" x="3270250" y="4673600"/>
          <p14:tracePt t="93097" x="3270250" y="4683125"/>
          <p14:tracePt t="93106" x="3279775" y="4683125"/>
          <p14:tracePt t="93136" x="3279775" y="4691063"/>
          <p14:tracePt t="93155" x="3279775" y="4699000"/>
          <p14:tracePt t="95347" x="3270250" y="4699000"/>
          <p14:tracePt t="95357" x="3254375" y="4699000"/>
          <p14:tracePt t="95365" x="3236913" y="4699000"/>
          <p14:tracePt t="95377" x="3211513" y="4699000"/>
          <p14:tracePt t="95387" x="3194050" y="4699000"/>
          <p14:tracePt t="95396" x="3178175" y="4691063"/>
          <p14:tracePt t="95406" x="3152775" y="4691063"/>
          <p14:tracePt t="95416" x="3135313" y="4683125"/>
          <p14:tracePt t="95426" x="3109913" y="4683125"/>
          <p14:tracePt t="95437" x="3084513" y="4683125"/>
          <p14:tracePt t="95446" x="3067050" y="4683125"/>
          <p14:tracePt t="95456" x="3041650" y="4673600"/>
          <p14:tracePt t="95466" x="3016250" y="4673600"/>
          <p14:tracePt t="95476" x="2990850" y="4673600"/>
          <p14:tracePt t="95487" x="2973388" y="4673600"/>
          <p14:tracePt t="95495" x="2955925" y="4673600"/>
          <p14:tracePt t="95505" x="2947988" y="4673600"/>
          <p14:tracePt t="95516" x="2930525" y="4673600"/>
          <p14:tracePt t="95526" x="2914650" y="4673600"/>
          <p14:tracePt t="95537" x="2905125" y="4673600"/>
          <p14:tracePt t="95545" x="2889250" y="4673600"/>
          <p14:tracePt t="95554" x="2879725" y="4673600"/>
          <p14:tracePt t="95566" x="2871788" y="4673600"/>
          <p14:tracePt t="95575" x="2854325" y="4673600"/>
          <p14:tracePt t="95595" x="2838450" y="4673600"/>
          <p14:tracePt t="95604" x="2828925" y="4673600"/>
          <p14:tracePt t="95625" x="2811463" y="4673600"/>
          <p14:tracePt t="95635" x="2803525" y="4673600"/>
          <p14:tracePt t="95653" x="2795588" y="4683125"/>
          <p14:tracePt t="95666" x="2786063" y="4683125"/>
          <p14:tracePt t="95684" x="2778125" y="4683125"/>
          <p14:tracePt t="95693" x="2770188" y="4691063"/>
          <p14:tracePt t="95714" x="2760663" y="4691063"/>
          <p14:tracePt t="95743" x="2752725" y="4699000"/>
          <p14:tracePt t="95763" x="2752725" y="4708525"/>
          <p14:tracePt t="95773" x="2744788" y="4716463"/>
          <p14:tracePt t="95793" x="2744788" y="4724400"/>
          <p14:tracePt t="95804" x="2744788" y="4733925"/>
          <p14:tracePt t="95813" x="2752725" y="4733925"/>
          <p14:tracePt t="95822" x="2760663" y="4749800"/>
          <p14:tracePt t="95832" x="2770188" y="4759325"/>
          <p14:tracePt t="95843" x="2786063" y="4767263"/>
          <p14:tracePt t="95853" x="2795588" y="4767263"/>
          <p14:tracePt t="95862" x="2811463" y="4767263"/>
          <p14:tracePt t="95872" x="2828925" y="4775200"/>
          <p14:tracePt t="95883" x="2838450" y="4775200"/>
          <p14:tracePt t="95891" x="2846388" y="4784725"/>
          <p14:tracePt t="95902" x="2854325" y="4784725"/>
          <p14:tracePt t="95912" x="2871788" y="4792663"/>
          <p14:tracePt t="95922" x="2889250" y="4792663"/>
          <p14:tracePt t="95933" x="2897188" y="4792663"/>
          <p14:tracePt t="95941" x="2914650" y="4792663"/>
          <p14:tracePt t="95952" x="2930525" y="4792663"/>
          <p14:tracePt t="95961" x="2947988" y="4792663"/>
          <p14:tracePt t="95971" x="2965450" y="4792663"/>
          <p14:tracePt t="95982" x="2973388" y="4792663"/>
          <p14:tracePt t="95990" x="2990850" y="4792663"/>
          <p14:tracePt t="96002" x="2998788" y="4792663"/>
          <p14:tracePt t="96011" x="3008313" y="4792663"/>
          <p14:tracePt t="96020" x="3016250" y="4792663"/>
          <p14:tracePt t="96032" x="3024188" y="4792663"/>
          <p14:tracePt t="96054" x="3033713" y="4784725"/>
          <p14:tracePt t="96061" x="3041650" y="4784725"/>
          <p14:tracePt t="96073" x="3049588" y="4784725"/>
          <p14:tracePt t="96089" x="3059113" y="4784725"/>
          <p14:tracePt t="96102" x="3059113" y="4775200"/>
          <p14:tracePt t="96110" x="3067050" y="4775200"/>
          <p14:tracePt t="96119" x="3067050" y="4767263"/>
          <p14:tracePt t="96151" x="3074988" y="4759325"/>
          <p14:tracePt t="96169" x="3074988" y="4741863"/>
          <p14:tracePt t="96189" x="3074988" y="4733925"/>
          <p14:tracePt t="96199" x="3074988" y="4724400"/>
          <p14:tracePt t="96209" x="3074988" y="4716463"/>
          <p14:tracePt t="96229" x="3074988" y="4708525"/>
          <p14:tracePt t="96238" x="3067050" y="4699000"/>
          <p14:tracePt t="96250" x="3059113" y="4691063"/>
          <p14:tracePt t="96258" x="3049588" y="4691063"/>
          <p14:tracePt t="96269" x="3041650" y="4691063"/>
          <p14:tracePt t="96279" x="3024188" y="4683125"/>
          <p14:tracePt t="96288" x="3016250" y="4683125"/>
          <p14:tracePt t="96298" x="3008313" y="4683125"/>
          <p14:tracePt t="96309" x="2998788" y="4683125"/>
          <p14:tracePt t="96319" x="2982913" y="4683125"/>
          <p14:tracePt t="96329" x="2973388" y="4683125"/>
          <p14:tracePt t="96338" x="2965450" y="4683125"/>
          <p14:tracePt t="96348" x="2955925" y="4683125"/>
          <p14:tracePt t="96358" x="2947988" y="4683125"/>
          <p14:tracePt t="96378" x="2940050" y="4683125"/>
          <p14:tracePt t="96398" x="2930525" y="4683125"/>
          <p14:tracePt t="96419" x="2922588" y="4683125"/>
          <p14:tracePt t="96447" x="2922588" y="4691063"/>
          <p14:tracePt t="96914" x="2914650" y="4708525"/>
          <p14:tracePt t="96924" x="2897188" y="4716463"/>
          <p14:tracePt t="96935" x="2897188" y="4724400"/>
          <p14:tracePt t="96944" x="2889250" y="4741863"/>
          <p14:tracePt t="96953" x="2879725" y="4741863"/>
          <p14:tracePt t="96964" x="2879725" y="4759325"/>
          <p14:tracePt t="96973" x="2871788" y="4767263"/>
          <p14:tracePt t="96983" x="2871788" y="4775200"/>
          <p14:tracePt t="96993" x="2871788" y="4784725"/>
          <p14:tracePt t="97003" x="2871788" y="4792663"/>
          <p14:tracePt t="97015" x="2889250" y="4792663"/>
          <p14:tracePt t="97023" x="2905125" y="4802188"/>
          <p14:tracePt t="97033" x="2930525" y="4810125"/>
          <p14:tracePt t="97048" x="2955925" y="4810125"/>
          <p14:tracePt t="97053" x="2973388" y="4818063"/>
          <p14:tracePt t="97063" x="2998788" y="4818063"/>
          <p14:tracePt t="97072" x="3016250" y="4818063"/>
          <p14:tracePt t="97082" x="3024188" y="4818063"/>
          <p14:tracePt t="97091" x="3041650" y="4818063"/>
          <p14:tracePt t="97102" x="3059113" y="4818063"/>
          <p14:tracePt t="97122" x="3067050" y="4818063"/>
          <p14:tracePt t="97132" x="3074988" y="4818063"/>
          <p14:tracePt t="97161" x="3084513" y="4818063"/>
          <p14:tracePt t="97181" x="3092450" y="4818063"/>
          <p14:tracePt t="97191" x="3100388" y="4810125"/>
          <p14:tracePt t="97202" x="3100388" y="4792663"/>
          <p14:tracePt t="97221" x="3100388" y="4775200"/>
          <p14:tracePt t="97231" x="3100388" y="4759325"/>
          <p14:tracePt t="97241" x="3092450" y="4749800"/>
          <p14:tracePt t="97252" x="3084513" y="4733925"/>
          <p14:tracePt t="97260" x="3067050" y="4716463"/>
          <p14:tracePt t="97271" x="3041650" y="4708525"/>
          <p14:tracePt t="97281" x="3033713" y="4708525"/>
          <p14:tracePt t="97290" x="3008313" y="4699000"/>
          <p14:tracePt t="97301" x="2982913" y="4699000"/>
          <p14:tracePt t="97310" x="2973388" y="4699000"/>
          <p14:tracePt t="97320" x="2947988" y="4699000"/>
          <p14:tracePt t="97331" x="2930525" y="4699000"/>
          <p14:tracePt t="97339" x="2930525" y="4708525"/>
          <p14:tracePt t="97351" x="2914650" y="4716463"/>
          <p14:tracePt t="97360" x="2905125" y="4724400"/>
          <p14:tracePt t="97370" x="2897188" y="4733925"/>
          <p14:tracePt t="97389" x="2889250" y="4741863"/>
          <p14:tracePt t="97400" x="2879725" y="4741863"/>
          <p14:tracePt t="97410" x="2879725" y="4749800"/>
          <p14:tracePt t="97430" x="2879725" y="4759325"/>
          <p14:tracePt t="97439" x="2879725" y="4767263"/>
          <p14:tracePt t="97459" x="2879725" y="4775200"/>
          <p14:tracePt t="97468" x="2889250" y="4775200"/>
          <p14:tracePt t="97479" x="2897188" y="4775200"/>
          <p14:tracePt t="97488" x="2905125" y="4775200"/>
          <p14:tracePt t="97500" x="2914650" y="4775200"/>
          <p14:tracePt t="97508" x="2930525" y="4775200"/>
          <p14:tracePt t="97519" x="2940050" y="4775200"/>
          <p14:tracePt t="97529" x="2947988" y="4775200"/>
          <p14:tracePt t="97538" x="2955925" y="4775200"/>
          <p14:tracePt t="97558" x="2965450" y="4775200"/>
          <p14:tracePt t="97588" x="2973388" y="4775200"/>
          <p14:tracePt t="97597" x="2982913" y="4775200"/>
          <p14:tracePt t="97618" x="2982913" y="4767263"/>
          <p14:tracePt t="97667" x="2982913" y="4759325"/>
          <p14:tracePt t="97766" x="2982913" y="4749800"/>
          <p14:tracePt t="98510" x="2965450" y="4741863"/>
          <p14:tracePt t="98520" x="2940050" y="4733925"/>
          <p14:tracePt t="98530" x="2922588" y="4716463"/>
          <p14:tracePt t="98541" x="2897188" y="4708525"/>
          <p14:tracePt t="98550" x="2879725" y="4708525"/>
          <p14:tracePt t="98560" x="2863850" y="4708525"/>
          <p14:tracePt t="98569" x="2846388" y="4708525"/>
          <p14:tracePt t="98579" x="2838450" y="4708525"/>
          <p14:tracePt t="98589" x="2828925" y="4708525"/>
          <p14:tracePt t="98600" x="2820988" y="4708525"/>
          <p14:tracePt t="98610" x="2811463" y="4708525"/>
          <p14:tracePt t="98629" x="2803525" y="4708525"/>
          <p14:tracePt t="98639" x="2803525" y="4716463"/>
          <p14:tracePt t="98650" x="2795588" y="4716463"/>
          <p14:tracePt t="98660" x="2795588" y="4724400"/>
          <p14:tracePt t="98668" x="2795588" y="4733925"/>
          <p14:tracePt t="98679" x="2795588" y="4741863"/>
          <p14:tracePt t="98688" x="2795588" y="4749800"/>
          <p14:tracePt t="98700" x="2803525" y="4759325"/>
          <p14:tracePt t="98707" x="2803525" y="4767263"/>
          <p14:tracePt t="98717" x="2811463" y="4767263"/>
          <p14:tracePt t="98729" x="2828925" y="4767263"/>
          <p14:tracePt t="98738" x="2846388" y="4767263"/>
          <p14:tracePt t="98749" x="2871788" y="4767263"/>
          <p14:tracePt t="98758" x="2897188" y="4767263"/>
          <p14:tracePt t="98767" x="2914650" y="4767263"/>
          <p14:tracePt t="98778" x="2930525" y="4767263"/>
          <p14:tracePt t="98788" x="2947988" y="4759325"/>
          <p14:tracePt t="98798" x="2965450" y="4749800"/>
          <p14:tracePt t="98807" x="2973388" y="4741863"/>
          <p14:tracePt t="98818" x="2982913" y="4724400"/>
          <p14:tracePt t="98827" x="2990850" y="4724400"/>
          <p14:tracePt t="98837" x="2998788" y="4716463"/>
          <p14:tracePt t="98849" x="2998788" y="4708525"/>
          <p14:tracePt t="98857" x="2998788" y="4699000"/>
          <p14:tracePt t="98867" x="2998788" y="4691063"/>
          <p14:tracePt t="98877" x="2998788" y="4683125"/>
          <p14:tracePt t="98886" x="2990850" y="4673600"/>
          <p14:tracePt t="98897" x="2965450" y="4665663"/>
          <p14:tracePt t="98906" x="2940050" y="4665663"/>
          <p14:tracePt t="98917" x="2879725" y="4665663"/>
          <p14:tracePt t="98928" x="2846388" y="4683125"/>
          <p14:tracePt t="98936" x="2811463" y="4699000"/>
          <p14:tracePt t="98947" x="2786063" y="4716463"/>
          <p14:tracePt t="98956" x="2770188" y="4724400"/>
          <p14:tracePt t="98967" x="2752725" y="4741863"/>
          <p14:tracePt t="98976" x="2744788" y="4759325"/>
          <p14:tracePt t="98986" x="2735263" y="4767263"/>
          <p14:tracePt t="99008" x="2735263" y="4775200"/>
          <p14:tracePt t="99017" x="2735263" y="4784725"/>
          <p14:tracePt t="99037" x="2752725" y="4792663"/>
          <p14:tracePt t="99048" x="2795588" y="4792663"/>
          <p14:tracePt t="99056" x="3024188" y="4759325"/>
          <p14:tracePt t="99068" x="3254375" y="4699000"/>
          <p14:tracePt t="99075" x="3424238" y="4657725"/>
          <p14:tracePt t="99085" x="3449638" y="4648200"/>
          <p14:tracePt t="99095" x="3475038" y="4640263"/>
          <p14:tracePt t="99105" x="3492500" y="4640263"/>
          <p14:tracePt t="99117" x="3500438" y="4630738"/>
          <p14:tracePt t="99194" x="3475038" y="4630738"/>
          <p14:tracePt t="99204" x="3467100" y="4630738"/>
          <p14:tracePt t="99214" x="3441700" y="4630738"/>
          <p14:tracePt t="99224" x="3432175" y="4630738"/>
          <p14:tracePt t="99233" x="3424238" y="4630738"/>
          <p14:tracePt t="99245" x="3414713" y="4630738"/>
          <p14:tracePt t="99274" x="3406775" y="4630738"/>
          <p14:tracePt t="99294" x="3406775" y="4640263"/>
          <p14:tracePt t="99323" x="3432175" y="4640263"/>
          <p14:tracePt t="99332" x="3441700" y="4640263"/>
          <p14:tracePt t="99343" x="3457575" y="4640263"/>
          <p14:tracePt t="99353" x="3467100" y="4640263"/>
          <p14:tracePt t="99364" x="3475038" y="4640263"/>
          <p14:tracePt t="99372" x="3482975" y="4640263"/>
          <p14:tracePt t="99383" x="3492500" y="4640263"/>
          <p14:tracePt t="99412" x="3500438" y="4640263"/>
          <p14:tracePt t="99422" x="3500438" y="4648200"/>
          <p14:tracePt t="99433" x="3500438" y="4657725"/>
          <p14:tracePt t="99443" x="3500438" y="4665663"/>
          <p14:tracePt t="99452" x="3500438" y="4673600"/>
          <p14:tracePt t="99462" x="3492500" y="4691063"/>
          <p14:tracePt t="99483" x="3492500" y="4699000"/>
          <p14:tracePt t="99491" x="3482975" y="4708525"/>
          <p14:tracePt t="99512" x="3475038" y="4716463"/>
          <p14:tracePt t="99541" x="3475038" y="4724400"/>
          <p14:tracePt t="99561" x="3475038" y="4733925"/>
          <p14:tracePt t="99641" x="3475038" y="4741863"/>
          <p14:tracePt t="104389" x="3441700" y="4716463"/>
          <p14:tracePt t="104398" x="3363913" y="4640263"/>
          <p14:tracePt t="104407" x="3211513" y="4503738"/>
          <p14:tracePt t="104417" x="3135313" y="4427538"/>
          <p14:tracePt t="104429" x="3059113" y="4368800"/>
          <p14:tracePt t="104437" x="3016250" y="4341813"/>
          <p14:tracePt t="104447" x="2990850" y="4316413"/>
          <p14:tracePt t="104458" x="2955925" y="4291013"/>
          <p14:tracePt t="104467" x="2940050" y="4275138"/>
          <p14:tracePt t="104479" x="2922588" y="4265613"/>
          <p14:tracePt t="104487" x="2905125" y="4249738"/>
          <p14:tracePt t="104497" x="2889250" y="4249738"/>
          <p14:tracePt t="104507" x="2879725" y="4240213"/>
          <p14:tracePt t="104517" x="2871788" y="4240213"/>
          <p14:tracePt t="104528" x="2863850" y="4232275"/>
          <p14:tracePt t="104537" x="2854325" y="4224338"/>
          <p14:tracePt t="104547" x="2838450" y="4224338"/>
          <p14:tracePt t="104558" x="2828925" y="4224338"/>
          <p14:tracePt t="104567" x="2820988" y="4214813"/>
          <p14:tracePt t="104578" x="2803525" y="4214813"/>
          <p14:tracePt t="104587" x="2795588" y="4206875"/>
          <p14:tracePt t="104596" x="2786063" y="4197350"/>
          <p14:tracePt t="104608" x="2760663" y="4189413"/>
          <p14:tracePt t="104618" x="2744788" y="4189413"/>
          <p14:tracePt t="104628" x="2727325" y="4181475"/>
          <p14:tracePt t="104636" x="2701925" y="4171950"/>
          <p14:tracePt t="104646" x="2676525" y="4164013"/>
          <p14:tracePt t="104658" x="2651125" y="4146550"/>
          <p14:tracePt t="104667" x="2641600" y="4138613"/>
          <p14:tracePt t="104678" x="2625725" y="4130675"/>
          <p14:tracePt t="104686" x="2608263" y="4121150"/>
          <p14:tracePt t="104695" x="2590800" y="4113213"/>
          <p14:tracePt t="104707" x="2582863" y="4105275"/>
          <p14:tracePt t="104715" x="2557463" y="4087813"/>
          <p14:tracePt t="104725" x="2540000" y="4070350"/>
          <p14:tracePt t="104736" x="2524125" y="4052888"/>
          <p14:tracePt t="104746" x="2514600" y="4044950"/>
          <p14:tracePt t="104757" x="2497138" y="4027488"/>
          <p14:tracePt t="104765" x="2481263" y="4002088"/>
          <p14:tracePt t="104775" x="2471738" y="3986213"/>
          <p14:tracePt t="104785" x="2455863" y="3968750"/>
          <p14:tracePt t="104795" x="2446338" y="3960813"/>
          <p14:tracePt t="104806" x="2446338" y="3951288"/>
          <p14:tracePt t="104815" x="2430463" y="3935413"/>
          <p14:tracePt t="104825" x="2420938" y="3935413"/>
          <p14:tracePt t="104835" x="2420938" y="3925888"/>
          <p14:tracePt t="104846" x="2413000" y="3917950"/>
          <p14:tracePt t="104855" x="2405063" y="3908425"/>
          <p14:tracePt t="104875" x="2395538" y="3900488"/>
          <p14:tracePt t="104884" x="2395538" y="3892550"/>
          <p14:tracePt t="104904" x="2387600" y="3883025"/>
          <p14:tracePt t="104913" x="2387600" y="3875088"/>
          <p14:tracePt t="104924" x="2379663" y="3875088"/>
          <p14:tracePt t="104945" x="2379663" y="3867150"/>
          <p14:tracePt t="104974" x="2379663" y="3857625"/>
          <p14:tracePt t="104983" x="2370138" y="3857625"/>
          <p14:tracePt t="106094" x="2362200" y="3875088"/>
          <p14:tracePt t="106104" x="2336800" y="3883025"/>
          <p14:tracePt t="106115" x="2319338" y="3908425"/>
          <p14:tracePt t="106123" x="2311400" y="3925888"/>
          <p14:tracePt t="106133" x="2293938" y="3943350"/>
          <p14:tracePt t="106143" x="2276475" y="3960813"/>
          <p14:tracePt t="106153" x="2260600" y="3976688"/>
          <p14:tracePt t="106164" x="2243138" y="4002088"/>
          <p14:tracePt t="106173" x="2235200" y="4027488"/>
          <p14:tracePt t="106183" x="2217738" y="4044950"/>
          <p14:tracePt t="106194" x="2200275" y="4062413"/>
          <p14:tracePt t="106204" x="2192338" y="4070350"/>
          <p14:tracePt t="106213" x="2174875" y="4087813"/>
          <p14:tracePt t="106223" x="2166938" y="4105275"/>
          <p14:tracePt t="106232" x="2157413" y="4113213"/>
          <p14:tracePt t="106244" x="2149475" y="4121150"/>
          <p14:tracePt t="106253" x="2132013" y="4138613"/>
          <p14:tracePt t="106262" x="2132013" y="4146550"/>
          <p14:tracePt t="106273" x="2124075" y="4146550"/>
          <p14:tracePt t="106282" x="2116138" y="4156075"/>
          <p14:tracePt t="106293" x="2116138" y="4164013"/>
          <p14:tracePt t="106302" x="2106613" y="4164013"/>
          <p14:tracePt t="106322" x="2098675" y="4171950"/>
          <p14:tracePt t="106332" x="2098675" y="4181475"/>
          <p14:tracePt t="106343" x="2090738" y="4181475"/>
          <p14:tracePt t="106361" x="2090738" y="4189413"/>
          <p14:tracePt t="106373" x="2081213" y="4189413"/>
          <p14:tracePt t="106382" x="2081213" y="4197350"/>
          <p14:tracePt t="106392" x="2073275" y="4197350"/>
          <p14:tracePt t="106401" x="2073275" y="4206875"/>
          <p14:tracePt t="106443" x="2065338" y="4206875"/>
          <p14:tracePt t="106461" x="2065338" y="4214813"/>
          <p14:tracePt t="106471" x="2055813" y="4214813"/>
          <p14:tracePt t="106491" x="2047875" y="4224338"/>
          <p14:tracePt t="106520" x="2047875" y="4232275"/>
          <p14:tracePt t="106530" x="2038350" y="4232275"/>
          <p14:tracePt t="106540" x="2030413" y="4240213"/>
          <p14:tracePt t="107651" x="2022475" y="4257675"/>
          <p14:tracePt t="107661" x="2022475" y="4283075"/>
          <p14:tracePt t="107671" x="2012950" y="4308475"/>
          <p14:tracePt t="107680" x="2005013" y="4325938"/>
          <p14:tracePt t="107692" x="2005013" y="4341813"/>
          <p14:tracePt t="107700" x="1997075" y="4368800"/>
          <p14:tracePt t="107711" x="1987550" y="4394200"/>
          <p14:tracePt t="107721" x="1987550" y="4402138"/>
          <p14:tracePt t="107730" x="1979613" y="4427538"/>
          <p14:tracePt t="107741" x="1979613" y="4445000"/>
          <p14:tracePt t="107750" x="1971675" y="4452938"/>
          <p14:tracePt t="107760" x="1971675" y="4478338"/>
          <p14:tracePt t="107771" x="1971675" y="4495800"/>
          <p14:tracePt t="107780" x="1962150" y="4503738"/>
          <p14:tracePt t="107790" x="1962150" y="4521200"/>
          <p14:tracePt t="107799" x="1962150" y="4538663"/>
          <p14:tracePt t="107809" x="1962150" y="4546600"/>
          <p14:tracePt t="107821" x="1954213" y="4564063"/>
          <p14:tracePt t="107829" x="1954213" y="4572000"/>
          <p14:tracePt t="107839" x="1954213" y="4589463"/>
          <p14:tracePt t="107849" x="1954213" y="4605338"/>
          <p14:tracePt t="107870" x="1954213" y="4622800"/>
          <p14:tracePt t="107879" x="1954213" y="4630738"/>
          <p14:tracePt t="107891" x="1954213" y="4648200"/>
          <p14:tracePt t="107898" x="1946275" y="4657725"/>
          <p14:tracePt t="107908" x="1946275" y="4665663"/>
          <p14:tracePt t="107920" x="1946275" y="4673600"/>
          <p14:tracePt t="107928" x="1946275" y="4683125"/>
          <p14:tracePt t="107948" x="1946275" y="4691063"/>
          <p14:tracePt t="107959" x="1946275" y="4699000"/>
          <p14:tracePt t="107968" x="1946275" y="4708525"/>
          <p14:tracePt t="107988" x="1946275" y="4716463"/>
          <p14:tracePt t="107998" x="1946275" y="4724400"/>
          <p14:tracePt t="108019" x="1946275" y="4733925"/>
          <p14:tracePt t="110487" x="1928813" y="4733925"/>
          <p14:tracePt t="110497" x="1885950" y="4733925"/>
          <p14:tracePt t="110507" x="1852613" y="4733925"/>
          <p14:tracePt t="110517" x="1827213" y="4733925"/>
          <p14:tracePt t="110527" x="1809750" y="4741863"/>
          <p14:tracePt t="110538" x="1784350" y="4741863"/>
          <p14:tracePt t="110547" x="1766888" y="4749800"/>
          <p14:tracePt t="110556" x="1749425" y="4759325"/>
          <p14:tracePt t="110569" x="1741488" y="4767263"/>
          <p14:tracePt t="110576" x="1733550" y="4767263"/>
          <p14:tracePt t="110588" x="1724025" y="4775200"/>
          <p14:tracePt t="110596" x="1724025" y="4784725"/>
          <p14:tracePt t="110607" x="1716088" y="4784725"/>
          <p14:tracePt t="110617" x="1716088" y="4792663"/>
          <p14:tracePt t="110626" x="1716088" y="4802188"/>
          <p14:tracePt t="110636" x="1716088" y="4810125"/>
          <p14:tracePt t="110657" x="1733550" y="4810125"/>
          <p14:tracePt t="110666" x="1758950" y="4818063"/>
          <p14:tracePt t="110676" x="1792288" y="4818063"/>
          <p14:tracePt t="110686" x="1809750" y="4818063"/>
          <p14:tracePt t="110696" x="1843088" y="4818063"/>
          <p14:tracePt t="110706" x="1860550" y="4810125"/>
          <p14:tracePt t="110716" x="1878013" y="4810125"/>
          <p14:tracePt t="110725" x="1893888" y="4810125"/>
          <p14:tracePt t="110735" x="1903413" y="4802188"/>
          <p14:tracePt t="110745" x="1911350" y="4792663"/>
          <p14:tracePt t="110756" x="1920875" y="4792663"/>
          <p14:tracePt t="110765" x="1928813" y="4784725"/>
          <p14:tracePt t="110785" x="1936750" y="4775200"/>
          <p14:tracePt t="110795" x="1936750" y="4767263"/>
          <p14:tracePt t="110815" x="1946275" y="4759325"/>
          <p14:tracePt t="110824" x="1946275" y="4749800"/>
          <p14:tracePt t="110837" x="1946275" y="4741863"/>
          <p14:tracePt t="110844" x="1954213" y="4741863"/>
          <p14:tracePt t="110855" x="1954213" y="4733925"/>
          <p14:tracePt t="110863" x="1954213" y="4724400"/>
          <p14:tracePt t="110894" x="1954213" y="4716463"/>
          <p14:tracePt t="110914" x="1954213" y="4708525"/>
          <p14:tracePt t="110953" x="1954213" y="4699000"/>
          <p14:tracePt t="111767" x="1946275" y="4699000"/>
          <p14:tracePt t="111778" x="1936750" y="4699000"/>
          <p14:tracePt t="111788" x="1928813" y="4699000"/>
          <p14:tracePt t="111796" x="1911350" y="4708525"/>
          <p14:tracePt t="111806" x="1885950" y="4716463"/>
          <p14:tracePt t="111818" x="1878013" y="4724400"/>
          <p14:tracePt t="111826" x="1852613" y="4741863"/>
          <p14:tracePt t="111837" x="1835150" y="4749800"/>
          <p14:tracePt t="111846" x="1817688" y="4749800"/>
          <p14:tracePt t="111855" x="1817688" y="4759325"/>
          <p14:tracePt t="111867" x="1809750" y="4759325"/>
          <p14:tracePt t="111875" x="1801813" y="4767263"/>
          <p14:tracePt t="111894" x="1792288" y="4775200"/>
          <p14:tracePt t="111914" x="1784350" y="4775200"/>
          <p14:tracePt t="111944" x="1784350" y="4767263"/>
          <p14:tracePt t="111954" x="1784350" y="4759325"/>
          <p14:tracePt t="111964" x="1792288" y="4749800"/>
          <p14:tracePt t="111974" x="1801813" y="4733925"/>
          <p14:tracePt t="111984" x="1817688" y="4716463"/>
          <p14:tracePt t="111993" x="1835150" y="4708525"/>
          <p14:tracePt t="112003" x="1852613" y="4699000"/>
          <p14:tracePt t="112014" x="1868488" y="4691063"/>
          <p14:tracePt t="112023" x="1878013" y="4683125"/>
          <p14:tracePt t="112034" x="1885950" y="4673600"/>
          <p14:tracePt t="112051" x="1893888" y="4673600"/>
          <p14:tracePt t="112055" x="1911350" y="4673600"/>
          <p14:tracePt t="112065" x="1920875" y="4673600"/>
          <p14:tracePt t="112073" x="1928813" y="4673600"/>
          <p14:tracePt t="112084" x="1936750" y="4673600"/>
          <p14:tracePt t="112094" x="1954213" y="4673600"/>
          <p14:tracePt t="112105" x="1954213" y="4683125"/>
          <p14:tracePt t="112114" x="1962150" y="4691063"/>
          <p14:tracePt t="112124" x="1962150" y="4708525"/>
          <p14:tracePt t="112134" x="1962150" y="4716463"/>
          <p14:tracePt t="112143" x="1962150" y="4749800"/>
          <p14:tracePt t="112154" x="1962150" y="4775200"/>
          <p14:tracePt t="112163" x="1954213" y="4802188"/>
          <p14:tracePt t="112173" x="1936750" y="4810125"/>
          <p14:tracePt t="112184" x="1936750" y="4818063"/>
          <p14:tracePt t="112193" x="1936750" y="4827588"/>
          <p14:tracePt t="112203" x="1928813" y="4835525"/>
          <p14:tracePt t="112222" x="1920875" y="4835525"/>
          <p14:tracePt t="112233" x="1920875" y="4843463"/>
          <p14:tracePt t="112312" x="1928813" y="4835525"/>
          <p14:tracePt t="112323" x="1928813" y="4827588"/>
          <p14:tracePt t="112332" x="1936750" y="4818063"/>
          <p14:tracePt t="112341" x="1946275" y="4818063"/>
          <p14:tracePt t="112362" x="1954213" y="4818063"/>
          <p14:tracePt t="112381" x="1954213" y="4810125"/>
          <p14:tracePt t="112392" x="1962150" y="4810125"/>
          <p14:tracePt t="112422" x="1971675" y="4802188"/>
          <p14:tracePt t="112491" x="1979613" y="4802188"/>
          <p14:tracePt t="112520" x="1987550" y="4802188"/>
          <p14:tracePt t="112559" x="1997075" y="4802188"/>
          <p14:tracePt t="112638" x="2005013" y="4802188"/>
          <p14:tracePt t="112668" x="2012950" y="4802188"/>
          <p14:tracePt t="112917" x="2022475" y="4802188"/>
          <p14:tracePt t="113601" x="2073275" y="4784725"/>
          <p14:tracePt t="113612" x="2157413" y="4775200"/>
          <p14:tracePt t="113621" x="2235200" y="4767263"/>
          <p14:tracePt t="113632" x="2286000" y="4767263"/>
          <p14:tracePt t="113641" x="2336800" y="4767263"/>
          <p14:tracePt t="113652" x="2387600" y="4767263"/>
          <p14:tracePt t="113661" x="2446338" y="4767263"/>
          <p14:tracePt t="113670" x="2514600" y="4784725"/>
          <p14:tracePt t="113681" x="2574925" y="4818063"/>
          <p14:tracePt t="113690" x="2651125" y="4852988"/>
          <p14:tracePt t="113702" x="2727325" y="4894263"/>
          <p14:tracePt t="113711" x="2863850" y="4979988"/>
          <p14:tracePt t="113720" x="2940050" y="5038725"/>
          <p14:tracePt t="113730" x="2982913" y="5081588"/>
          <p14:tracePt t="113740" x="3016250" y="5106988"/>
          <p14:tracePt t="113751" x="3059113" y="5132388"/>
          <p14:tracePt t="113760" x="3084513" y="5157788"/>
          <p14:tracePt t="113770" x="3092450" y="5183188"/>
          <p14:tracePt t="113780" x="3109913" y="5200650"/>
          <p14:tracePt t="113790" x="3127375" y="5208588"/>
          <p14:tracePt t="113800" x="3135313" y="5226050"/>
          <p14:tracePt t="113808" x="3143250" y="5235575"/>
          <p14:tracePt t="113819" x="3143250" y="5243513"/>
          <p14:tracePt t="113829" x="3143250" y="5251450"/>
          <p14:tracePt t="113850" x="3152775" y="5260975"/>
          <p14:tracePt t="113888" x="3152775" y="5268913"/>
          <p14:tracePt t="113918" x="3152775" y="5276850"/>
          <p14:tracePt t="113959" x="3152775" y="5286375"/>
          <p14:tracePt t="115178" x="3143250" y="5260975"/>
          <p14:tracePt t="115187" x="3127375" y="5235575"/>
          <p14:tracePt t="115198" x="3100388" y="5192713"/>
          <p14:tracePt t="115207" x="3074988" y="5157788"/>
          <p14:tracePt t="115218" x="3041650" y="5106988"/>
          <p14:tracePt t="115227" x="3024188" y="5073650"/>
          <p14:tracePt t="115237" x="3008313" y="5048250"/>
          <p14:tracePt t="115247" x="2998788" y="5022850"/>
          <p14:tracePt t="115257" x="2982913" y="5005388"/>
          <p14:tracePt t="115267" x="2973388" y="4987925"/>
          <p14:tracePt t="115276" x="2965450" y="4987925"/>
          <p14:tracePt t="115287" x="2955925" y="4972050"/>
          <p14:tracePt t="115298" x="2955925" y="4962525"/>
          <p14:tracePt t="115308" x="2947988" y="4962525"/>
          <p14:tracePt t="115318" x="2940050" y="4954588"/>
          <p14:tracePt t="115327" x="2930525" y="4937125"/>
          <p14:tracePt t="115347" x="2922588" y="4929188"/>
          <p14:tracePt t="115357" x="2922588" y="4919663"/>
          <p14:tracePt t="115368" x="2914650" y="4919663"/>
          <p14:tracePt t="115376" x="2914650" y="4911725"/>
          <p14:tracePt t="115387" x="2905125" y="4903788"/>
          <p14:tracePt t="115406" x="2897188" y="4894263"/>
          <p14:tracePt t="115427" x="2889250" y="4886325"/>
          <p14:tracePt t="115436" x="2889250" y="4878388"/>
          <p14:tracePt t="115457" x="2879725" y="4878388"/>
          <p14:tracePt t="115475" x="2871788" y="4868863"/>
          <p14:tracePt t="115495" x="2871788" y="4860925"/>
          <p14:tracePt t="115535" x="2871788" y="4852988"/>
          <p14:tracePt t="115544" x="2863850" y="4852988"/>
          <p14:tracePt t="121025" x="2846388" y="4852988"/>
          <p14:tracePt t="121036" x="2838450" y="4860925"/>
          <p14:tracePt t="121046" x="2820988" y="4878388"/>
          <p14:tracePt t="121055" x="2795588" y="4894263"/>
          <p14:tracePt t="121065" x="2778125" y="4911725"/>
          <p14:tracePt t="121076" x="2752725" y="4937125"/>
          <p14:tracePt t="121085" x="2735263" y="4954588"/>
          <p14:tracePt t="121096" x="2709863" y="4972050"/>
          <p14:tracePt t="121105" x="2684463" y="4987925"/>
          <p14:tracePt t="121113" x="2659063" y="5013325"/>
          <p14:tracePt t="121127" x="2641600" y="5030788"/>
          <p14:tracePt t="121134" x="2633663" y="5038725"/>
          <p14:tracePt t="121146" x="2616200" y="5056188"/>
          <p14:tracePt t="121154" x="2600325" y="5064125"/>
          <p14:tracePt t="121163" x="2590800" y="5073650"/>
          <p14:tracePt t="121172" x="2582863" y="5081588"/>
          <p14:tracePt t="121183" x="2574925" y="5091113"/>
          <p14:tracePt t="121194" x="2557463" y="5091113"/>
          <p14:tracePt t="121203" x="2557463" y="5099050"/>
          <p14:tracePt t="121212" x="2549525" y="5106988"/>
          <p14:tracePt t="121224" x="2540000" y="5116513"/>
          <p14:tracePt t="121233" x="2532063" y="5116513"/>
          <p14:tracePt t="121245" x="2532063" y="5124450"/>
          <p14:tracePt t="121254" x="2524125" y="5132388"/>
          <p14:tracePt t="121273" x="2514600" y="5132388"/>
          <p14:tracePt t="121292" x="2514600" y="5141913"/>
          <p14:tracePt t="121302" x="2506663" y="5149850"/>
          <p14:tracePt t="121323" x="2497138" y="5149850"/>
          <p14:tracePt t="121332" x="2497138" y="5157788"/>
          <p14:tracePt t="121342" x="2489200" y="5157788"/>
          <p14:tracePt t="122403" x="2811463" y="5106988"/>
          <p14:tracePt t="122413" x="3373438" y="5048250"/>
          <p14:tracePt t="122424" x="3756025" y="5030788"/>
          <p14:tracePt t="122434" x="4095750" y="5030788"/>
          <p14:tracePt t="122444" x="4451350" y="5038725"/>
          <p14:tracePt t="122452" x="4808538" y="5091113"/>
          <p14:tracePt t="122463" x="5114925" y="5141913"/>
          <p14:tracePt t="122475" x="5378450" y="5208588"/>
          <p14:tracePt t="122484" x="5573713" y="5251450"/>
          <p14:tracePt t="122495" x="5743575" y="5294313"/>
          <p14:tracePt t="122503" x="5794375" y="5311775"/>
          <p14:tracePt t="122512" x="5853113" y="5327650"/>
          <p14:tracePt t="122523" x="5888038" y="5337175"/>
          <p14:tracePt t="122532" x="5930900" y="5345113"/>
          <p14:tracePt t="122542" x="5956300" y="5353050"/>
          <p14:tracePt t="122552" x="5981700" y="5362575"/>
          <p14:tracePt t="122561" x="5997575" y="5362575"/>
          <p14:tracePt t="122573" x="6015038" y="5370513"/>
          <p14:tracePt t="122581" x="6032500" y="5370513"/>
          <p14:tracePt t="122592" x="6032500" y="5380038"/>
          <p14:tracePt t="122602" x="6040438" y="5380038"/>
          <p14:tracePt t="122612" x="6049963" y="5380038"/>
          <p14:tracePt t="122631" x="6057900" y="5380038"/>
          <p14:tracePt t="122651" x="6065838" y="5380038"/>
          <p14:tracePt t="122671" x="6065838" y="5387975"/>
          <p14:tracePt t="122701" x="6065838" y="5395913"/>
          <p14:tracePt t="122712" x="6065838" y="5405438"/>
          <p14:tracePt t="122721" x="6075363" y="5405438"/>
          <p14:tracePt t="122730" x="6083300" y="5405438"/>
          <p14:tracePt t="122742" x="6083300" y="5421313"/>
          <p14:tracePt t="122750" x="6091238" y="5421313"/>
          <p14:tracePt t="122761" x="6091238" y="5438775"/>
          <p14:tracePt t="122770" x="6100763" y="5456238"/>
          <p14:tracePt t="122780" x="6108700" y="5464175"/>
          <p14:tracePt t="122790" x="6108700" y="5481638"/>
          <p14:tracePt t="122800" x="6116638" y="5507038"/>
          <p14:tracePt t="122811" x="6126163" y="5514975"/>
          <p14:tracePt t="122820" x="6134100" y="5540375"/>
          <p14:tracePt t="122829" x="6142038" y="5565775"/>
          <p14:tracePt t="122840" x="6159500" y="5608638"/>
          <p14:tracePt t="122849" x="6184900" y="5829300"/>
          <p14:tracePt t="122860" x="6202363" y="6153150"/>
          <p14:tracePt t="122869" x="6194425" y="6475413"/>
          <p14:tracePt t="122879" x="6126163" y="6789738"/>
          <p14:tracePt t="123900" x="3840163" y="6288088"/>
          <p14:tracePt t="123911" x="3186113" y="5932488"/>
          <p14:tracePt t="123921" x="2625725" y="5651500"/>
          <p14:tracePt t="123930" x="2090738" y="5370513"/>
          <p14:tracePt t="123940" x="1698625" y="5175250"/>
          <p14:tracePt t="123950" x="1401763" y="5056188"/>
          <p14:tracePt t="123960" x="1223963" y="4997450"/>
          <p14:tracePt t="123970" x="1181100" y="4987925"/>
          <p14:tracePt t="123980" x="1155700" y="4979988"/>
          <p14:tracePt t="123990" x="1130300" y="4972050"/>
          <p14:tracePt t="124000" x="1120775" y="4972050"/>
          <p14:tracePt t="124011" x="1112838" y="4972050"/>
          <p14:tracePt t="124020" x="1104900" y="4972050"/>
          <p14:tracePt t="124069" x="1095375" y="4972050"/>
          <p14:tracePt t="124099" x="1087438" y="4972050"/>
          <p14:tracePt t="124128" x="1079500" y="4972050"/>
          <p14:tracePt t="124157" x="1069975" y="4972050"/>
          <p14:tracePt t="124168" x="1062038" y="4972050"/>
          <p14:tracePt t="124178" x="1054100" y="4972050"/>
          <p14:tracePt t="124189" x="1028700" y="4972050"/>
          <p14:tracePt t="124198" x="993775" y="4979988"/>
          <p14:tracePt t="124210" x="950913" y="4987925"/>
          <p14:tracePt t="124218" x="900113" y="5013325"/>
          <p14:tracePt t="124228" x="866775" y="5030788"/>
          <p14:tracePt t="124239" x="831850" y="5038725"/>
          <p14:tracePt t="124247" x="806450" y="5056188"/>
          <p14:tracePt t="124258" x="781050" y="5064125"/>
          <p14:tracePt t="124267" x="781050" y="5073650"/>
          <p14:tracePt t="124277" x="765175" y="5081588"/>
          <p14:tracePt t="124287" x="747713" y="5081588"/>
          <p14:tracePt t="124306" x="739775" y="5091113"/>
          <p14:tracePt t="124317" x="730250" y="5091113"/>
          <p14:tracePt t="124327" x="722313" y="5099050"/>
          <p14:tracePt t="124346" x="714375" y="5106988"/>
          <p14:tracePt t="124379" x="704850" y="5106988"/>
          <p14:tracePt t="124406" x="704850" y="5116513"/>
          <p14:tracePt t="124416" x="696913" y="5116513"/>
          <p14:tracePt t="124446" x="688975" y="5116513"/>
          <p14:tracePt t="124843" x="714375" y="5099050"/>
          <p14:tracePt t="124855" x="884238" y="5022850"/>
          <p14:tracePt t="124863" x="1181100" y="4903788"/>
          <p14:tracePt t="124873" x="1563688" y="4767263"/>
          <p14:tracePt t="124881" x="1852613" y="4699000"/>
          <p14:tracePt t="124892" x="2065338" y="4673600"/>
          <p14:tracePt t="124901" x="2106613" y="4673600"/>
          <p14:tracePt t="124912" x="2141538" y="4673600"/>
          <p14:tracePt t="124922" x="2166938" y="4673600"/>
          <p14:tracePt t="124931" x="2182813" y="4683125"/>
          <p14:tracePt t="124942" x="2192338" y="4708525"/>
          <p14:tracePt t="124952" x="2192338" y="4724400"/>
          <p14:tracePt t="124961" x="2192338" y="4759325"/>
          <p14:tracePt t="124973" x="2192338" y="4784725"/>
          <p14:tracePt t="124981" x="2182813" y="4835525"/>
          <p14:tracePt t="124992" x="2132013" y="4919663"/>
          <p14:tracePt t="125002" x="2055813" y="5013325"/>
          <p14:tracePt t="125011" x="1997075" y="5081588"/>
          <p14:tracePt t="125022" x="1954213" y="5116513"/>
          <p14:tracePt t="125030" x="1903413" y="5149850"/>
          <p14:tracePt t="125055" x="1835150" y="5183188"/>
          <p14:tracePt t="125060" x="1801813" y="5192713"/>
          <p14:tracePt t="125072" x="1784350" y="5200650"/>
          <p14:tracePt t="125080" x="1758950" y="5208588"/>
          <p14:tracePt t="125091" x="1741488" y="5208588"/>
          <p14:tracePt t="125101" x="1733550" y="5208588"/>
          <p14:tracePt t="125110" x="1716088" y="5208588"/>
          <p14:tracePt t="125121" x="1708150" y="5208588"/>
          <p14:tracePt t="125130" x="1698625" y="5200650"/>
          <p14:tracePt t="125141" x="1698625" y="5192713"/>
          <p14:tracePt t="125149" x="1698625" y="5157788"/>
          <p14:tracePt t="125159" x="1698625" y="5116513"/>
          <p14:tracePt t="125170" x="1758950" y="4946650"/>
          <p14:tracePt t="125179" x="1843088" y="4784725"/>
          <p14:tracePt t="125191" x="1885950" y="4733925"/>
          <p14:tracePt t="125199" x="1903413" y="4708525"/>
          <p14:tracePt t="125210" x="1928813" y="4691063"/>
          <p14:tracePt t="125220" x="1928813" y="4673600"/>
          <p14:tracePt t="125229" x="1946275" y="4665663"/>
          <p14:tracePt t="125240" x="1954213" y="4665663"/>
          <p14:tracePt t="125291" x="1954213" y="4673600"/>
          <p14:tracePt t="125297" x="1954213" y="4699000"/>
          <p14:tracePt t="125308" x="1936750" y="4724400"/>
          <p14:tracePt t="125318" x="1920875" y="4759325"/>
          <p14:tracePt t="125328" x="1893888" y="4775200"/>
          <p14:tracePt t="125338" x="1878013" y="4792663"/>
          <p14:tracePt t="125348" x="1860550" y="4810125"/>
          <p14:tracePt t="125359" x="1852613" y="4827588"/>
          <p14:tracePt t="125378" x="1843088" y="4835525"/>
          <p14:tracePt t="125388" x="1835150" y="4835525"/>
          <p14:tracePt t="125397" x="1835150" y="4843463"/>
          <p14:tracePt t="125428" x="1827213" y="4852988"/>
          <p14:tracePt t="125447" x="1817688" y="4852988"/>
          <p14:tracePt t="125477" x="1809750" y="4852988"/>
          <p14:tracePt t="125507" x="1801813" y="4852988"/>
          <p14:tracePt t="125517" x="1792288" y="4868863"/>
          <p14:tracePt t="125526" x="1758950" y="4894263"/>
          <p14:tracePt t="125537" x="1606550" y="5064125"/>
          <p14:tracePt t="125546" x="1401763" y="5302250"/>
          <p14:tracePt t="125558" x="1181100" y="5507038"/>
          <p14:tracePt t="125567" x="1112838" y="5575300"/>
          <p14:tracePt t="125576" x="1079500" y="5600700"/>
          <p14:tracePt t="125588" x="1062038" y="5626100"/>
          <p14:tracePt t="125596" x="1036638" y="5641975"/>
          <p14:tracePt t="125606" x="1028700" y="5641975"/>
          <p14:tracePt t="125616" x="1019175" y="5659438"/>
          <p14:tracePt t="125626" x="1003300" y="5676900"/>
          <p14:tracePt t="125637" x="985838" y="5702300"/>
          <p14:tracePt t="125645" x="968375" y="5710238"/>
          <p14:tracePt t="125656" x="960438" y="5735638"/>
          <p14:tracePt t="125665" x="942975" y="5761038"/>
          <p14:tracePt t="125675" x="925513" y="5788025"/>
          <p14:tracePt t="125686" x="909638" y="5813425"/>
          <p14:tracePt t="125696" x="900113" y="5821363"/>
          <p14:tracePt t="133226" x="1069975" y="5608638"/>
          <p14:tracePt t="133237" x="1308100" y="5337175"/>
          <p14:tracePt t="133246" x="1495425" y="5167313"/>
          <p14:tracePt t="133257" x="1571625" y="5091113"/>
          <p14:tracePt t="133267" x="1614488" y="5056188"/>
          <p14:tracePt t="133276" x="1647825" y="5038725"/>
          <p14:tracePt t="133286" x="1682750" y="5022850"/>
          <p14:tracePt t="133298" x="1708150" y="5005388"/>
          <p14:tracePt t="133306" x="1724025" y="5005388"/>
          <p14:tracePt t="133318" x="1749425" y="4997450"/>
          <p14:tracePt t="133326" x="1776413" y="4987925"/>
          <p14:tracePt t="133336" x="1784350" y="4987925"/>
          <p14:tracePt t="133346" x="1792288" y="4979988"/>
          <p14:tracePt t="133356" x="1801813" y="4979988"/>
          <p14:tracePt t="133368" x="1809750" y="4979988"/>
          <p14:tracePt t="133376" x="1817688" y="4979988"/>
          <p14:tracePt t="133386" x="1827213" y="4979988"/>
          <p14:tracePt t="133396" x="1835150" y="4979988"/>
          <p14:tracePt t="133426" x="1843088" y="4979988"/>
          <p14:tracePt t="133447" x="1852613" y="4987925"/>
          <p14:tracePt t="133456" x="1852613" y="5005388"/>
          <p14:tracePt t="133468" x="1852613" y="5013325"/>
          <p14:tracePt t="133476" x="1843088" y="5038725"/>
          <p14:tracePt t="133485" x="1827213" y="5056188"/>
          <p14:tracePt t="133496" x="1809750" y="5081588"/>
          <p14:tracePt t="133505" x="1801813" y="5081588"/>
          <p14:tracePt t="133515" x="1792288" y="5099050"/>
          <p14:tracePt t="133526" x="1776413" y="5106988"/>
          <p14:tracePt t="133535" x="1766888" y="5116513"/>
          <p14:tracePt t="133574" x="1758950" y="5116513"/>
          <p14:tracePt t="133584" x="1749425" y="5116513"/>
          <p14:tracePt t="133595" x="1749425" y="5106988"/>
          <p14:tracePt t="133605" x="1749425" y="5073650"/>
          <p14:tracePt t="133615" x="1749425" y="5056188"/>
          <p14:tracePt t="133624" x="1749425" y="5030788"/>
          <p14:tracePt t="133635" x="1758950" y="5005388"/>
          <p14:tracePt t="133644" x="1766888" y="4997450"/>
          <p14:tracePt t="133655" x="1776413" y="4979988"/>
          <p14:tracePt t="133664" x="1776413" y="4972050"/>
          <p14:tracePt t="133673" x="1776413" y="4962525"/>
          <p14:tracePt t="133684" x="1784350" y="4962525"/>
          <p14:tracePt t="134180" x="1784350" y="4946650"/>
          <p14:tracePt t="134189" x="1784350" y="4937125"/>
          <p14:tracePt t="134201" x="1784350" y="4911725"/>
          <p14:tracePt t="134209" x="1784350" y="4894263"/>
          <p14:tracePt t="134219" x="1784350" y="4886325"/>
          <p14:tracePt t="134230" x="1776413" y="4860925"/>
          <p14:tracePt t="134239" x="1776413" y="4843463"/>
          <p14:tracePt t="134250" x="1766888" y="4835525"/>
          <p14:tracePt t="134259" x="1758950" y="4827588"/>
          <p14:tracePt t="134269" x="1749425" y="4818063"/>
          <p14:tracePt t="134299" x="1741488" y="4810125"/>
          <p14:tracePt t="134308" x="1733550" y="4810125"/>
          <p14:tracePt t="134318" x="1733550" y="4802188"/>
          <p14:tracePt t="134349" x="1724025" y="4792663"/>
          <p14:tracePt t="134367" x="1716088" y="4792663"/>
          <p14:tracePt t="134400" x="1708150" y="4792663"/>
          <p14:tracePt t="134477" x="1708150" y="4784725"/>
          <p14:tracePt t="134983" x="1690688" y="4767263"/>
          <p14:tracePt t="134993" x="1673225" y="4767263"/>
          <p14:tracePt t="135003" x="1665288" y="4759325"/>
          <p14:tracePt t="135012" x="1647825" y="4749800"/>
          <p14:tracePt t="135024" x="1631950" y="4741863"/>
          <p14:tracePt t="135033" x="1622425" y="4733925"/>
          <p14:tracePt t="135047" x="1606550" y="4733925"/>
          <p14:tracePt t="135051" x="1589088" y="4733925"/>
          <p14:tracePt t="135062" x="1579563" y="4733925"/>
          <p14:tracePt t="135072" x="1563688" y="4733925"/>
          <p14:tracePt t="135083" x="1554163" y="4733925"/>
          <p14:tracePt t="135092" x="1546225" y="4741863"/>
          <p14:tracePt t="135101" x="1538288" y="4741863"/>
          <p14:tracePt t="135112" x="1528763" y="4749800"/>
          <p14:tracePt t="135121" x="1528763" y="4759325"/>
          <p14:tracePt t="135132" x="1520825" y="4767263"/>
          <p14:tracePt t="135141" x="1520825" y="4775200"/>
          <p14:tracePt t="135151" x="1520825" y="4784725"/>
          <p14:tracePt t="135163" x="1520825" y="4792663"/>
          <p14:tracePt t="135171" x="1520825" y="4802188"/>
          <p14:tracePt t="135182" x="1528763" y="4810125"/>
          <p14:tracePt t="135190" x="1538288" y="4818063"/>
          <p14:tracePt t="135200" x="1554163" y="4818063"/>
          <p14:tracePt t="135211" x="1589088" y="4818063"/>
          <p14:tracePt t="135220" x="1639888" y="4818063"/>
          <p14:tracePt t="135232" x="1758950" y="4810125"/>
          <p14:tracePt t="135240" x="1928813" y="4741863"/>
          <p14:tracePt t="135250" x="2106613" y="4673600"/>
          <p14:tracePt t="135262" x="2157413" y="4648200"/>
          <p14:tracePt t="135270" x="2182813" y="4640263"/>
          <p14:tracePt t="135280" x="2200275" y="4622800"/>
          <p14:tracePt t="135289" x="2217738" y="4614863"/>
          <p14:tracePt t="135299" x="2225675" y="4605338"/>
          <p14:tracePt t="135309" x="2235200" y="4597400"/>
          <p14:tracePt t="135331" x="2243138" y="4597400"/>
          <p14:tracePt t="135339" x="2243138" y="4589463"/>
          <p14:tracePt t="135359" x="2243138" y="4579938"/>
          <p14:tracePt t="135369" x="2243138" y="4572000"/>
          <p14:tracePt t="135379" x="2243138" y="4564063"/>
          <p14:tracePt t="135389" x="2235200" y="4546600"/>
          <p14:tracePt t="135401" x="2200275" y="4529138"/>
          <p14:tracePt t="135410" x="2149475" y="4513263"/>
          <p14:tracePt t="135419" x="2065338" y="4503738"/>
          <p14:tracePt t="135428" x="2005013" y="4503738"/>
          <p14:tracePt t="135438" x="1962150" y="4503738"/>
          <p14:tracePt t="135450" x="1928813" y="4503738"/>
          <p14:tracePt t="135460" x="1903413" y="4521200"/>
          <p14:tracePt t="135468" x="1885950" y="4529138"/>
          <p14:tracePt t="135479" x="1878013" y="4538663"/>
          <p14:tracePt t="135487" x="1860550" y="4554538"/>
          <p14:tracePt t="135499" x="1852613" y="4572000"/>
          <p14:tracePt t="135508" x="1835150" y="4589463"/>
          <p14:tracePt t="135518" x="1835150" y="4597400"/>
          <p14:tracePt t="135529" x="1827213" y="4614863"/>
          <p14:tracePt t="135538" x="1827213" y="4622800"/>
          <p14:tracePt t="135549" x="1827213" y="4630738"/>
          <p14:tracePt t="135557" x="1827213" y="4648200"/>
          <p14:tracePt t="135567" x="1827213" y="4657725"/>
          <p14:tracePt t="135578" x="1835150" y="4657725"/>
          <p14:tracePt t="135587" x="1843088" y="4673600"/>
          <p14:tracePt t="135598" x="1860550" y="4683125"/>
          <p14:tracePt t="135608" x="1885950" y="4691063"/>
          <p14:tracePt t="135617" x="1920875" y="4691063"/>
          <p14:tracePt t="135628" x="1962150" y="4691063"/>
          <p14:tracePt t="135637" x="2022475" y="4673600"/>
          <p14:tracePt t="135648" x="2055813" y="4657725"/>
          <p14:tracePt t="135657" x="2090738" y="4640263"/>
          <p14:tracePt t="135666" x="2116138" y="4622800"/>
          <p14:tracePt t="135677" x="2132013" y="4614863"/>
          <p14:tracePt t="135687" x="2141538" y="4605338"/>
          <p14:tracePt t="135698" x="2149475" y="4597400"/>
          <p14:tracePt t="135706" x="2157413" y="4579938"/>
          <p14:tracePt t="135728" x="2166938" y="4572000"/>
          <p14:tracePt t="135736" x="2166938" y="4564063"/>
          <p14:tracePt t="135746" x="2166938" y="4554538"/>
          <p14:tracePt t="135756" x="2149475" y="4546600"/>
          <p14:tracePt t="135766" x="2124075" y="4538663"/>
          <p14:tracePt t="135776" x="2073275" y="4538663"/>
          <p14:tracePt t="135786" x="2030413" y="4538663"/>
          <p14:tracePt t="135796" x="1979613" y="4546600"/>
          <p14:tracePt t="135805" x="1946275" y="4572000"/>
          <p14:tracePt t="135816" x="1920875" y="4589463"/>
          <p14:tracePt t="135827" x="1893888" y="4614863"/>
          <p14:tracePt t="135836" x="1885950" y="4630738"/>
          <p14:tracePt t="135846" x="1878013" y="4640263"/>
          <p14:tracePt t="135855" x="1878013" y="4665663"/>
          <p14:tracePt t="135866" x="1868488" y="4673600"/>
          <p14:tracePt t="135877" x="1868488" y="4683125"/>
          <p14:tracePt t="135885" x="1868488" y="4699000"/>
          <p14:tracePt t="135895" x="1868488" y="4708525"/>
          <p14:tracePt t="135905" x="1868488" y="4716463"/>
          <p14:tracePt t="135916" x="1885950" y="4724400"/>
          <p14:tracePt t="135925" x="1911350" y="4733925"/>
          <p14:tracePt t="135934" x="1954213" y="4741863"/>
          <p14:tracePt t="135945" x="1997075" y="4741863"/>
          <p14:tracePt t="135954" x="2055813" y="4741863"/>
          <p14:tracePt t="135966" x="2098675" y="4741863"/>
          <p14:tracePt t="135974" x="2132013" y="4733925"/>
          <p14:tracePt t="135983" x="2157413" y="4724400"/>
          <p14:tracePt t="135995" x="2174875" y="4708525"/>
          <p14:tracePt t="136004" x="2182813" y="4699000"/>
          <p14:tracePt t="136015" x="2192338" y="4699000"/>
          <p14:tracePt t="136023" x="2208213" y="4691063"/>
          <p14:tracePt t="136044" x="2208213" y="4683125"/>
          <p14:tracePt t="136053" x="2208213" y="4673600"/>
          <p14:tracePt t="136064" x="2217738" y="4665663"/>
          <p14:tracePt t="136073" x="2217738" y="4657725"/>
          <p14:tracePt t="136104" x="2217738" y="4648200"/>
          <p14:tracePt t="136114" x="2217738" y="4640263"/>
          <p14:tracePt t="136163" x="2217738" y="4630738"/>
          <p14:tracePt t="136172" x="2208213" y="4630738"/>
          <p14:tracePt t="136192" x="2200275" y="4630738"/>
          <p14:tracePt t="136252" x="2192338" y="4630738"/>
          <p14:tracePt t="136262" x="2192338" y="4622800"/>
          <p14:tracePt t="136589" x="2141538" y="4622800"/>
          <p14:tracePt t="136599" x="1920875" y="4657725"/>
          <p14:tracePt t="136610" x="1614488" y="4708525"/>
          <p14:tracePt t="136619" x="1384300" y="4767263"/>
          <p14:tracePt t="136629" x="1265238" y="4802188"/>
          <p14:tracePt t="136638" x="1214438" y="4827588"/>
          <p14:tracePt t="136648" x="1198563" y="4835525"/>
          <p14:tracePt t="136660" x="1173163" y="4843463"/>
          <p14:tracePt t="136668" x="1155700" y="4860925"/>
          <p14:tracePt t="136678" x="1147763" y="4878388"/>
          <p14:tracePt t="136688" x="1130300" y="4886325"/>
          <p14:tracePt t="136698" x="1130300" y="4894263"/>
          <p14:tracePt t="136709" x="1130300" y="4903788"/>
          <p14:tracePt t="136717" x="1130300" y="4919663"/>
          <p14:tracePt t="136738" x="1130300" y="4946650"/>
          <p14:tracePt t="136748" x="1163638" y="4962525"/>
          <p14:tracePt t="136758" x="1257300" y="4979988"/>
          <p14:tracePt t="136768" x="1444625" y="5038725"/>
          <p14:tracePt t="136780" x="1622425" y="5048250"/>
          <p14:tracePt t="136787" x="1665288" y="5048250"/>
          <p14:tracePt t="136799" x="1716088" y="5048250"/>
          <p14:tracePt t="136806" x="1758950" y="5048250"/>
          <p14:tracePt t="136817" x="1792288" y="5038725"/>
          <p14:tracePt t="136827" x="1817688" y="5038725"/>
          <p14:tracePt t="136837" x="1835150" y="5030788"/>
          <p14:tracePt t="136848" x="1843088" y="5030788"/>
          <p14:tracePt t="136856" x="1860550" y="5030788"/>
          <p14:tracePt t="136867" x="1860550" y="5022850"/>
          <p14:tracePt t="136877" x="1860550" y="5013325"/>
          <p14:tracePt t="136887" x="1868488" y="5005388"/>
          <p14:tracePt t="136898" x="1878013" y="5005388"/>
          <p14:tracePt t="136906" x="1878013" y="4987925"/>
          <p14:tracePt t="136916" x="1878013" y="4979988"/>
          <p14:tracePt t="136928" x="1878013" y="4962525"/>
          <p14:tracePt t="136936" x="1878013" y="4937125"/>
          <p14:tracePt t="136947" x="1868488" y="4929188"/>
          <p14:tracePt t="136956" x="1860550" y="4903788"/>
          <p14:tracePt t="136966" x="1843088" y="4886325"/>
          <p14:tracePt t="136980" x="1827213" y="4868863"/>
          <p14:tracePt t="136986" x="1817688" y="4860925"/>
          <p14:tracePt t="136996" x="1784350" y="4852988"/>
          <p14:tracePt t="137006" x="1758950" y="4852988"/>
          <p14:tracePt t="137016" x="1716088" y="4868863"/>
          <p14:tracePt t="137027" x="1682750" y="4886325"/>
          <p14:tracePt t="137035" x="1657350" y="4894263"/>
          <p14:tracePt t="137047" x="1631950" y="4919663"/>
          <p14:tracePt t="137054" x="1614488" y="4937125"/>
          <p14:tracePt t="137066" x="1614488" y="4946650"/>
          <p14:tracePt t="137076" x="1614488" y="4954588"/>
          <p14:tracePt t="137084" x="1614488" y="4972050"/>
          <p14:tracePt t="137095" x="1614488" y="4987925"/>
          <p14:tracePt t="137104" x="1622425" y="4997450"/>
          <p14:tracePt t="137115" x="1647825" y="5005388"/>
          <p14:tracePt t="137125" x="1690688" y="5013325"/>
          <p14:tracePt t="137135" x="1911350" y="5030788"/>
          <p14:tracePt t="137144" x="2124075" y="5022850"/>
          <p14:tracePt t="137154" x="2293938" y="4987925"/>
          <p14:tracePt t="137165" x="2336800" y="4979988"/>
          <p14:tracePt t="137173" x="2362200" y="4972050"/>
          <p14:tracePt t="137183" x="2387600" y="4962525"/>
          <p14:tracePt t="137194" x="2387600" y="4954588"/>
          <p14:tracePt t="137204" x="2395538" y="4946650"/>
          <p14:tracePt t="137215" x="2405063" y="4946650"/>
          <p14:tracePt t="137234" x="2405063" y="4937125"/>
          <p14:tracePt t="137244" x="2405063" y="4929188"/>
          <p14:tracePt t="137254" x="2405063" y="4911725"/>
          <p14:tracePt t="137264" x="2395538" y="4886325"/>
          <p14:tracePt t="137273" x="2370138" y="4852988"/>
          <p14:tracePt t="137283" x="2319338" y="4818063"/>
          <p14:tracePt t="137294" x="2286000" y="4802188"/>
          <p14:tracePt t="137303" x="2235200" y="4792663"/>
          <p14:tracePt t="137313" x="2208213" y="4792663"/>
          <p14:tracePt t="137322" x="2182813" y="4792663"/>
          <p14:tracePt t="137332" x="2157413" y="4802188"/>
          <p14:tracePt t="137344" x="2141538" y="4818063"/>
          <p14:tracePt t="137352" x="2132013" y="4835525"/>
          <p14:tracePt t="137372" x="2132013" y="4852988"/>
          <p14:tracePt t="137393" x="2132013" y="4868863"/>
          <p14:tracePt t="137402" x="2132013" y="4886325"/>
          <p14:tracePt t="137412" x="2149475" y="4894263"/>
          <p14:tracePt t="137421" x="2174875" y="4903788"/>
          <p14:tracePt t="137432" x="2200275" y="4903788"/>
          <p14:tracePt t="137442" x="2217738" y="4903788"/>
          <p14:tracePt t="137451" x="2243138" y="4903788"/>
          <p14:tracePt t="137463" x="2268538" y="4903788"/>
          <p14:tracePt t="137481" x="2286000" y="4903788"/>
          <p14:tracePt t="137491" x="2293938" y="4903788"/>
          <p14:tracePt t="137521" x="2301875" y="4903788"/>
          <p14:tracePt t="137531" x="2301875" y="4894263"/>
          <p14:tracePt t="137540" x="2301875" y="4878388"/>
          <p14:tracePt t="137550" x="2301875" y="4860925"/>
          <p14:tracePt t="137561" x="2293938" y="4835525"/>
          <p14:tracePt t="137571" x="2286000" y="4827588"/>
          <p14:tracePt t="137581" x="2276475" y="4818063"/>
          <p14:tracePt t="137590" x="2260600" y="4810125"/>
          <p14:tracePt t="137600" x="2235200" y="4802188"/>
          <p14:tracePt t="137612" x="2217738" y="4802188"/>
          <p14:tracePt t="137620" x="2192338" y="4802188"/>
          <p14:tracePt t="137631" x="2157413" y="4818063"/>
          <p14:tracePt t="137640" x="2141538" y="4835525"/>
          <p14:tracePt t="137650" x="2124075" y="4852988"/>
          <p14:tracePt t="137660" x="2106613" y="4860925"/>
          <p14:tracePt t="137669" x="2106613" y="4878388"/>
          <p14:tracePt t="137681" x="2106613" y="4886325"/>
          <p14:tracePt t="137689" x="2106613" y="4894263"/>
          <p14:tracePt t="137699" x="2124075" y="4911725"/>
          <p14:tracePt t="137710" x="2166938" y="4919663"/>
          <p14:tracePt t="137719" x="2293938" y="4946650"/>
          <p14:tracePt t="137730" x="2471738" y="4946650"/>
          <p14:tracePt t="137739" x="2514600" y="4946650"/>
          <p14:tracePt t="137750" x="2540000" y="4946650"/>
          <p14:tracePt t="137759" x="2565400" y="4946650"/>
          <p14:tracePt t="137769" x="2582863" y="4946650"/>
          <p14:tracePt t="137780" x="2590800" y="4946650"/>
          <p14:tracePt t="137799" x="2600325" y="4946650"/>
          <p14:tracePt t="137818" x="2608263" y="4946650"/>
          <p14:tracePt t="137958" x="2600325" y="4946650"/>
          <p14:tracePt t="138018" x="2590800" y="4946650"/>
          <p14:tracePt t="138058" x="2582863" y="494665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4C69-0F8A-4032-892E-A6BB49F5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3754-3AAE-4E07-94A6-55921D7C1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query pulls information from one or more relations and creates (temporarily) a new relation.</a:t>
            </a:r>
          </a:p>
          <a:p>
            <a:r>
              <a:rPr lang="en-US" dirty="0"/>
              <a:t>A SQL query is a “select-from-where” expression </a:t>
            </a:r>
          </a:p>
          <a:p>
            <a:r>
              <a:rPr lang="en-US" dirty="0"/>
              <a:t> Nested subqueries are “select-from-where” expressions embedded within another query.</a:t>
            </a:r>
          </a:p>
          <a:p>
            <a:r>
              <a:rPr lang="en-US" dirty="0"/>
              <a:t>This allows a query to: </a:t>
            </a:r>
          </a:p>
          <a:p>
            <a:pPr lvl="1"/>
            <a:r>
              <a:rPr lang="en-US" dirty="0"/>
              <a:t>Create a new relation</a:t>
            </a:r>
          </a:p>
          <a:p>
            <a:pPr lvl="1"/>
            <a:r>
              <a:rPr lang="en-US" dirty="0"/>
              <a:t>Feed information to another query (as a “sub-query”)</a:t>
            </a:r>
          </a:p>
          <a:p>
            <a:endParaRPr lang="en-GB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F970D31A-FCCF-4D44-9388-A778448783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8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000"/>
    </mc:Choice>
    <mc:Fallback xmlns="">
      <p:transition spd="slow" advTm="3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606" x="2803525" y="4868863"/>
          <p14:tracePt t="6616" x="3322638" y="4724400"/>
          <p14:tracePt t="6625" x="3806825" y="4622800"/>
          <p14:tracePt t="6636" x="4187825" y="4589463"/>
          <p14:tracePt t="6646" x="4511675" y="4572000"/>
          <p14:tracePt t="6657" x="4740275" y="4572000"/>
          <p14:tracePt t="6666" x="5046663" y="4597400"/>
          <p14:tracePt t="6674" x="5292725" y="4648200"/>
          <p14:tracePt t="6686" x="5530850" y="4708525"/>
          <p14:tracePt t="6695" x="5573713" y="4716463"/>
          <p14:tracePt t="6708" x="5624513" y="4733925"/>
          <p14:tracePt t="6714" x="5641975" y="4749800"/>
          <p14:tracePt t="6724" x="5667375" y="4759325"/>
          <p14:tracePt t="6735" x="5692775" y="4775200"/>
          <p14:tracePt t="6744" x="5708650" y="4784725"/>
          <p14:tracePt t="6764" x="5718175" y="4792663"/>
          <p14:tracePt t="6773" x="5726113" y="4802188"/>
          <p14:tracePt t="6786" x="5735638" y="4810125"/>
          <p14:tracePt t="7091" x="5938838" y="4810125"/>
          <p14:tracePt t="7102" x="6491288" y="4784725"/>
          <p14:tracePt t="7112" x="6975475" y="4784725"/>
          <p14:tracePt t="7122" x="7323138" y="4784725"/>
          <p14:tracePt t="7131" x="7654925" y="4818063"/>
          <p14:tracePt t="7141" x="7935913" y="4860925"/>
          <p14:tracePt t="7153" x="8181975" y="4894263"/>
          <p14:tracePt t="7161" x="8410575" y="4972050"/>
          <p14:tracePt t="7172" x="8564563" y="5022850"/>
          <p14:tracePt t="7181" x="8683625" y="5073650"/>
          <p14:tracePt t="7190" x="8724900" y="5091113"/>
          <p14:tracePt t="7201" x="8767763" y="5106988"/>
          <p14:tracePt t="7210" x="8785225" y="5124450"/>
          <p14:tracePt t="7220" x="8818563" y="5141913"/>
          <p14:tracePt t="7230" x="8836025" y="5157788"/>
          <p14:tracePt t="7240" x="8861425" y="5167313"/>
          <p14:tracePt t="7251" x="8878888" y="5167313"/>
          <p14:tracePt t="7260" x="8878888" y="5175250"/>
          <p14:tracePt t="7271" x="8894763" y="5183188"/>
          <p14:tracePt t="7281" x="8894763" y="5192713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CD6C-5AEB-47B5-AD2A-D54CFBDB0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…WHERE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B9C9B-54E4-4A69-AEA4-C890F8B24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SELECT col1,col2,…</a:t>
            </a:r>
            <a:r>
              <a:rPr lang="en-US" dirty="0" err="1">
                <a:solidFill>
                  <a:srgbClr val="FF0000"/>
                </a:solidFill>
              </a:rPr>
              <a:t>coln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FROM </a:t>
            </a:r>
            <a:r>
              <a:rPr lang="en-US" dirty="0" err="1">
                <a:solidFill>
                  <a:srgbClr val="FF0000"/>
                </a:solidFill>
              </a:rPr>
              <a:t>tablename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SELECT col1,col2,…</a:t>
            </a:r>
            <a:r>
              <a:rPr lang="en-US" dirty="0" err="1">
                <a:solidFill>
                  <a:srgbClr val="7030A0"/>
                </a:solidFill>
              </a:rPr>
              <a:t>coln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FROM </a:t>
            </a:r>
            <a:r>
              <a:rPr lang="en-US" dirty="0" err="1">
                <a:solidFill>
                  <a:srgbClr val="7030A0"/>
                </a:solidFill>
              </a:rPr>
              <a:t>tablename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WHERE condition;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83228-F22D-4F24-9E35-034E9BD0C9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SELECT </a:t>
            </a:r>
            <a:r>
              <a:rPr lang="en-US" dirty="0" err="1">
                <a:solidFill>
                  <a:srgbClr val="FF0000"/>
                </a:solidFill>
              </a:rPr>
              <a:t>studentno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Given_name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FROM Student;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SELECT </a:t>
            </a:r>
            <a:r>
              <a:rPr lang="en-US" dirty="0" err="1">
                <a:solidFill>
                  <a:srgbClr val="7030A0"/>
                </a:solidFill>
              </a:rPr>
              <a:t>studentno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Given_name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FROM Student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WHERE </a:t>
            </a:r>
            <a:r>
              <a:rPr lang="en-US" dirty="0" err="1">
                <a:solidFill>
                  <a:srgbClr val="7030A0"/>
                </a:solidFill>
              </a:rPr>
              <a:t>studentno</a:t>
            </a:r>
            <a:r>
              <a:rPr lang="en-US" dirty="0">
                <a:solidFill>
                  <a:srgbClr val="7030A0"/>
                </a:solidFill>
              </a:rPr>
              <a:t> = 12345678;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95E38B2E-FF27-4FC2-BAF6-EB2B8DA146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2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407"/>
    </mc:Choice>
    <mc:Fallback xmlns="">
      <p:transition spd="slow" advTm="2544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903" x="8759825" y="5243513"/>
          <p14:tracePt t="7910" x="8435975" y="5327650"/>
          <p14:tracePt t="7920" x="7961313" y="5405438"/>
          <p14:tracePt t="7931" x="7493000" y="5430838"/>
          <p14:tracePt t="7942" x="6975475" y="5430838"/>
          <p14:tracePt t="7953" x="6423025" y="5370513"/>
          <p14:tracePt t="7960" x="5768975" y="5243513"/>
          <p14:tracePt t="7970" x="5029200" y="5091113"/>
          <p14:tracePt t="7982" x="4291013" y="4911725"/>
          <p14:tracePt t="7991" x="3543300" y="4708525"/>
          <p14:tracePt t="8003" x="2854325" y="4503738"/>
          <p14:tracePt t="8010" x="2276475" y="4308475"/>
          <p14:tracePt t="8020" x="1809750" y="4130675"/>
          <p14:tracePt t="8030" x="1563688" y="4027488"/>
          <p14:tracePt t="8040" x="1376363" y="3943350"/>
          <p14:tracePt t="8052" x="1343025" y="3917950"/>
          <p14:tracePt t="8060" x="1317625" y="3900488"/>
          <p14:tracePt t="8069" x="1300163" y="3875088"/>
          <p14:tracePt t="8377" x="1282700" y="3857625"/>
          <p14:tracePt t="8387" x="1265238" y="3832225"/>
          <p14:tracePt t="8397" x="1265238" y="3798888"/>
          <p14:tracePt t="8407" x="1265238" y="3756025"/>
          <p14:tracePt t="8417" x="1300163" y="3705225"/>
          <p14:tracePt t="8426" x="1325563" y="3662363"/>
          <p14:tracePt t="8436" x="1368425" y="3611563"/>
          <p14:tracePt t="8448" x="1393825" y="3594100"/>
          <p14:tracePt t="8456" x="1427163" y="3560763"/>
          <p14:tracePt t="8468" x="1452563" y="3543300"/>
          <p14:tracePt t="8476" x="1477963" y="3535363"/>
          <p14:tracePt t="8486" x="1503363" y="3527425"/>
          <p14:tracePt t="8497" x="1520825" y="3517900"/>
          <p14:tracePt t="8506" x="1538288" y="3509963"/>
          <p14:tracePt t="8517" x="1554163" y="3509963"/>
          <p14:tracePt t="8525" x="1563688" y="3502025"/>
          <p14:tracePt t="8536" x="1571625" y="3502025"/>
          <p14:tracePt t="8545" x="1589088" y="3502025"/>
          <p14:tracePt t="8566" x="1606550" y="3502025"/>
          <p14:tracePt t="8586" x="1614488" y="3502025"/>
          <p14:tracePt t="8605" x="1622425" y="3502025"/>
          <p14:tracePt t="8614" x="1631950" y="3502025"/>
          <p14:tracePt t="8654" x="1639888" y="3502025"/>
          <p14:tracePt t="8694" x="1647825" y="3502025"/>
          <p14:tracePt t="8704" x="1657350" y="3484563"/>
          <p14:tracePt t="8714" x="1682750" y="3424238"/>
          <p14:tracePt t="8724" x="1758950" y="3109913"/>
          <p14:tracePt t="8735" x="1860550" y="2813050"/>
          <p14:tracePt t="8744" x="1936750" y="2633663"/>
          <p14:tracePt t="8753" x="1954213" y="2582863"/>
          <p14:tracePt t="8764" x="1962150" y="2549525"/>
          <p14:tracePt t="8773" x="1979613" y="2541588"/>
          <p14:tracePt t="8784" x="1987550" y="2524125"/>
          <p14:tracePt t="8793" x="1987550" y="2506663"/>
          <p14:tracePt t="8803" x="1987550" y="2498725"/>
          <p14:tracePt t="8814" x="1997075" y="2498725"/>
          <p14:tracePt t="8834" x="2005013" y="2498725"/>
          <p14:tracePt t="8843" x="2005013" y="2489200"/>
          <p14:tracePt t="8864" x="2012950" y="2481263"/>
          <p14:tracePt t="9190" x="1987550" y="2481263"/>
          <p14:tracePt t="9201" x="1946275" y="2481263"/>
          <p14:tracePt t="9210" x="1893888" y="2506663"/>
          <p14:tracePt t="9221" x="1852613" y="2524125"/>
          <p14:tracePt t="9230" x="1827213" y="2541588"/>
          <p14:tracePt t="9240" x="1801813" y="2557463"/>
          <p14:tracePt t="9251" x="1784350" y="2574925"/>
          <p14:tracePt t="9259" x="1776413" y="2592388"/>
          <p14:tracePt t="9269" x="1766888" y="2608263"/>
          <p14:tracePt t="9281" x="1758950" y="2633663"/>
          <p14:tracePt t="9289" x="1749425" y="2643188"/>
          <p14:tracePt t="9300" x="1749425" y="2668588"/>
          <p14:tracePt t="9309" x="1749425" y="2693988"/>
          <p14:tracePt t="9319" x="1749425" y="2701925"/>
          <p14:tracePt t="9329" x="1749425" y="2727325"/>
          <p14:tracePt t="9339" x="1749425" y="2752725"/>
          <p14:tracePt t="9349" x="1749425" y="2762250"/>
          <p14:tracePt t="9359" x="1758950" y="2787650"/>
          <p14:tracePt t="9368" x="1766888" y="2805113"/>
          <p14:tracePt t="9379" x="1784350" y="2830513"/>
          <p14:tracePt t="9388" x="1801813" y="2838450"/>
          <p14:tracePt t="9398" x="1827213" y="2863850"/>
          <p14:tracePt t="9408" x="1852613" y="2881313"/>
          <p14:tracePt t="9417" x="1860550" y="2889250"/>
          <p14:tracePt t="9429" x="1885950" y="2906713"/>
          <p14:tracePt t="9437" x="1911350" y="2914650"/>
          <p14:tracePt t="9450" x="1936750" y="2922588"/>
          <p14:tracePt t="9458" x="1946275" y="2922588"/>
          <p14:tracePt t="9468" x="1971675" y="2932113"/>
          <p14:tracePt t="9477" x="1997075" y="2932113"/>
          <p14:tracePt t="9486" x="2005013" y="2932113"/>
          <p14:tracePt t="9497" x="2030413" y="2932113"/>
          <p14:tracePt t="9506" x="2047875" y="2922588"/>
          <p14:tracePt t="9517" x="2073275" y="2914650"/>
          <p14:tracePt t="9527" x="2081213" y="2906713"/>
          <p14:tracePt t="9537" x="2098675" y="2889250"/>
          <p14:tracePt t="9547" x="2106613" y="2881313"/>
          <p14:tracePt t="9557" x="2124075" y="2855913"/>
          <p14:tracePt t="9568" x="2132013" y="2838450"/>
          <p14:tracePt t="9577" x="2141538" y="2805113"/>
          <p14:tracePt t="9587" x="2141538" y="2787650"/>
          <p14:tracePt t="9597" x="2141538" y="2752725"/>
          <p14:tracePt t="9606" x="2141538" y="2727325"/>
          <p14:tracePt t="9617" x="2132013" y="2693988"/>
          <p14:tracePt t="9627" x="2116138" y="2686050"/>
          <p14:tracePt t="9636" x="2098675" y="2668588"/>
          <p14:tracePt t="9646" x="2073275" y="2660650"/>
          <p14:tracePt t="9656" x="2055813" y="2660650"/>
          <p14:tracePt t="9667" x="2012950" y="2660650"/>
          <p14:tracePt t="9676" x="1809750" y="2805113"/>
          <p14:tracePt t="9686" x="1657350" y="2990850"/>
          <p14:tracePt t="9697" x="1554163" y="3160713"/>
          <p14:tracePt t="9705" x="1538288" y="3195638"/>
          <p14:tracePt t="9716" x="1528763" y="3228975"/>
          <p14:tracePt t="9725" x="1520825" y="3246438"/>
          <p14:tracePt t="9734" x="1512888" y="3263900"/>
          <p14:tracePt t="9747" x="1512888" y="3279775"/>
          <p14:tracePt t="9766" x="1512888" y="3289300"/>
          <p14:tracePt t="9775" x="1520825" y="3305175"/>
          <p14:tracePt t="9795" x="1528763" y="3314700"/>
          <p14:tracePt t="9805" x="1546225" y="3322638"/>
          <p14:tracePt t="9816" x="1554163" y="3322638"/>
          <p14:tracePt t="9824" x="1563688" y="3330575"/>
          <p14:tracePt t="9835" x="1571625" y="3330575"/>
          <p14:tracePt t="9845" x="1579563" y="3330575"/>
          <p14:tracePt t="9864" x="1589088" y="3330575"/>
          <p14:tracePt t="9875" x="1597025" y="3330575"/>
          <p14:tracePt t="9915" x="1606550" y="3330575"/>
          <p14:tracePt t="9944" x="1614488" y="3330575"/>
          <p14:tracePt t="10816" x="1622425" y="3330575"/>
          <p14:tracePt t="11242" x="1716088" y="3254375"/>
          <p14:tracePt t="11252" x="1987550" y="3016250"/>
          <p14:tracePt t="11261" x="2276475" y="2820988"/>
          <p14:tracePt t="11272" x="2540000" y="2668588"/>
          <p14:tracePt t="11283" x="2752725" y="2574925"/>
          <p14:tracePt t="11292" x="2897188" y="2524125"/>
          <p14:tracePt t="11301" x="3016250" y="2481263"/>
          <p14:tracePt t="11312" x="3067050" y="2473325"/>
          <p14:tracePt t="11322" x="3109913" y="2463800"/>
          <p14:tracePt t="11333" x="3135313" y="2455863"/>
          <p14:tracePt t="11342" x="3160713" y="2455863"/>
          <p14:tracePt t="11351" x="3178175" y="2455863"/>
          <p14:tracePt t="11362" x="3194050" y="2455863"/>
          <p14:tracePt t="11382" x="3211513" y="2455863"/>
          <p14:tracePt t="11391" x="3219450" y="2455863"/>
          <p14:tracePt t="11421" x="3228975" y="2455863"/>
          <p14:tracePt t="11442" x="3236913" y="2455863"/>
          <p14:tracePt t="11481" x="3244850" y="2455863"/>
          <p14:tracePt t="11560" x="3244850" y="2463800"/>
          <p14:tracePt t="11580" x="3236913" y="2473325"/>
          <p14:tracePt t="11590" x="3219450" y="2489200"/>
          <p14:tracePt t="11599" x="3203575" y="2506663"/>
          <p14:tracePt t="11611" x="3168650" y="2532063"/>
          <p14:tracePt t="11619" x="3143250" y="2557463"/>
          <p14:tracePt t="11630" x="3127375" y="2574925"/>
          <p14:tracePt t="11639" x="3100388" y="2592388"/>
          <p14:tracePt t="11648" x="3074988" y="2600325"/>
          <p14:tracePt t="11659" x="3059113" y="2608263"/>
          <p14:tracePt t="11669" x="3049588" y="2617788"/>
          <p14:tracePt t="11679" x="3033713" y="2625725"/>
          <p14:tracePt t="11689" x="3016250" y="2643188"/>
          <p14:tracePt t="11699" x="3008313" y="2643188"/>
          <p14:tracePt t="11718" x="2998788" y="2651125"/>
          <p14:tracePt t="11730" x="2990850" y="2651125"/>
          <p14:tracePt t="11738" x="2990850" y="2660650"/>
          <p14:tracePt t="11758" x="2990850" y="2668588"/>
          <p14:tracePt t="11768" x="2982913" y="2668588"/>
          <p14:tracePt t="11778" x="2973388" y="2668588"/>
          <p14:tracePt t="11788" x="2965450" y="2676525"/>
          <p14:tracePt t="11808" x="2955925" y="2686050"/>
          <p14:tracePt t="11817" x="2947988" y="2686050"/>
          <p14:tracePt t="11828" x="2947988" y="2693988"/>
          <p14:tracePt t="11837" x="2940050" y="2701925"/>
          <p14:tracePt t="11848" x="2940050" y="2711450"/>
          <p14:tracePt t="11857" x="2930525" y="2711450"/>
          <p14:tracePt t="11867" x="2922588" y="2719388"/>
          <p14:tracePt t="11879" x="2922588" y="2727325"/>
          <p14:tracePt t="11886" x="2914650" y="2727325"/>
          <p14:tracePt t="11897" x="2905125" y="2736850"/>
          <p14:tracePt t="11906" x="2905125" y="2744788"/>
          <p14:tracePt t="11917" x="2905125" y="2752725"/>
          <p14:tracePt t="11936" x="2897188" y="2752725"/>
          <p14:tracePt t="11946" x="2897188" y="2762250"/>
          <p14:tracePt t="11956" x="2889250" y="2762250"/>
          <p14:tracePt t="11966" x="2889250" y="2770188"/>
          <p14:tracePt t="11977" x="2879725" y="2770188"/>
          <p14:tracePt t="12076" x="2879725" y="2778125"/>
          <p14:tracePt t="12403" x="2889250" y="2778125"/>
          <p14:tracePt t="12442" x="2897188" y="2778125"/>
          <p14:tracePt t="12561" x="2905125" y="2778125"/>
          <p14:tracePt t="12601" x="2914650" y="2778125"/>
          <p14:tracePt t="12641" x="2914650" y="2787650"/>
          <p14:tracePt t="12918" x="2922588" y="2787650"/>
          <p14:tracePt t="12928" x="2940050" y="2787650"/>
          <p14:tracePt t="12938" x="2947988" y="2795588"/>
          <p14:tracePt t="12947" x="2973388" y="2795588"/>
          <p14:tracePt t="12957" x="3084513" y="2805113"/>
          <p14:tracePt t="12967" x="3348038" y="2830513"/>
          <p14:tracePt t="12977" x="3627438" y="2881313"/>
          <p14:tracePt t="12987" x="3822700" y="2922588"/>
          <p14:tracePt t="12998" x="3873500" y="2932113"/>
          <p14:tracePt t="13008" x="3916363" y="2940050"/>
          <p14:tracePt t="13017" x="3941763" y="2949575"/>
          <p14:tracePt t="13027" x="3967163" y="2957513"/>
          <p14:tracePt t="13036" x="3976688" y="2965450"/>
          <p14:tracePt t="13047" x="3984625" y="2965450"/>
          <p14:tracePt t="13057" x="3992563" y="2974975"/>
          <p14:tracePt t="13066" x="4002088" y="2974975"/>
          <p14:tracePt t="13077" x="4010025" y="2974975"/>
          <p14:tracePt t="13106" x="4017963" y="2982913"/>
          <p14:tracePt t="13176" x="4027488" y="2982913"/>
          <p14:tracePt t="13543" x="4027488" y="2990850"/>
          <p14:tracePt t="14356" x="4010025" y="2990850"/>
          <p14:tracePt t="14365" x="3967163" y="2990850"/>
          <p14:tracePt t="14375" x="3848100" y="2957513"/>
          <p14:tracePt t="14385" x="3662363" y="2914650"/>
          <p14:tracePt t="14396" x="3576638" y="2906713"/>
          <p14:tracePt t="14405" x="3533775" y="2897188"/>
          <p14:tracePt t="14415" x="3500438" y="2889250"/>
          <p14:tracePt t="14425" x="3475038" y="2889250"/>
          <p14:tracePt t="14434" x="3457575" y="2881313"/>
          <p14:tracePt t="14445" x="3441700" y="2881313"/>
          <p14:tracePt t="14454" x="3424238" y="2881313"/>
          <p14:tracePt t="14464" x="3414713" y="2881313"/>
          <p14:tracePt t="14475" x="3398838" y="2871788"/>
          <p14:tracePt t="14484" x="3381375" y="2871788"/>
          <p14:tracePt t="14495" x="3373438" y="2863850"/>
          <p14:tracePt t="14504" x="3348038" y="2855913"/>
          <p14:tracePt t="14514" x="3330575" y="2855913"/>
          <p14:tracePt t="14525" x="3313113" y="2846388"/>
          <p14:tracePt t="14534" x="3297238" y="2838450"/>
          <p14:tracePt t="14545" x="3279775" y="2838450"/>
          <p14:tracePt t="14553" x="3262313" y="2838450"/>
          <p14:tracePt t="14564" x="3244850" y="2830513"/>
          <p14:tracePt t="14574" x="3236913" y="2830513"/>
          <p14:tracePt t="14583" x="3228975" y="2820988"/>
          <p14:tracePt t="14594" x="3219450" y="2820988"/>
          <p14:tracePt t="14603" x="3211513" y="2820988"/>
          <p14:tracePt t="14613" x="3203575" y="2813050"/>
          <p14:tracePt t="14633" x="3194050" y="2813050"/>
          <p14:tracePt t="14653" x="3186113" y="2813050"/>
          <p14:tracePt t="14693" x="3178175" y="2813050"/>
          <p14:tracePt t="14772" x="3186113" y="2813050"/>
          <p14:tracePt t="14782" x="3194050" y="2813050"/>
          <p14:tracePt t="14792" x="3203575" y="2813050"/>
          <p14:tracePt t="14801" x="3211513" y="2813050"/>
          <p14:tracePt t="14813" x="3219450" y="2813050"/>
          <p14:tracePt t="14821" x="3228975" y="2813050"/>
          <p14:tracePt t="14831" x="3236913" y="2813050"/>
          <p14:tracePt t="14841" x="3244850" y="2813050"/>
          <p14:tracePt t="14851" x="3254375" y="2813050"/>
          <p14:tracePt t="14872" x="3262313" y="2813050"/>
          <p14:tracePt t="14881" x="3270250" y="2813050"/>
          <p14:tracePt t="14902" x="3279775" y="2813050"/>
          <p14:tracePt t="14913" x="3287713" y="2813050"/>
          <p14:tracePt t="14930" x="3297238" y="2813050"/>
          <p14:tracePt t="14942" x="3313113" y="2813050"/>
          <p14:tracePt t="14963" x="3322638" y="2813050"/>
          <p14:tracePt t="14971" x="3330575" y="2813050"/>
          <p14:tracePt t="14980" x="3338513" y="2813050"/>
          <p14:tracePt t="15000" x="3355975" y="2813050"/>
          <p14:tracePt t="15020" x="3373438" y="2813050"/>
          <p14:tracePt t="15030" x="3389313" y="2805113"/>
          <p14:tracePt t="15040" x="3398838" y="2805113"/>
          <p14:tracePt t="15050" x="3414713" y="2805113"/>
          <p14:tracePt t="15060" x="3432175" y="2805113"/>
          <p14:tracePt t="15070" x="3441700" y="2805113"/>
          <p14:tracePt t="15080" x="3457575" y="2805113"/>
          <p14:tracePt t="15088" x="3467100" y="2805113"/>
          <p14:tracePt t="15100" x="3482975" y="2805113"/>
          <p14:tracePt t="15110" x="3500438" y="2805113"/>
          <p14:tracePt t="15119" x="3508375" y="2805113"/>
          <p14:tracePt t="15129" x="3525838" y="2805113"/>
          <p14:tracePt t="15140" x="3533775" y="2805113"/>
          <p14:tracePt t="15149" x="3551238" y="2805113"/>
          <p14:tracePt t="15160" x="3568700" y="2805113"/>
          <p14:tracePt t="15168" x="3576638" y="2805113"/>
          <p14:tracePt t="15180" x="3594100" y="2805113"/>
          <p14:tracePt t="15189" x="3602038" y="2805113"/>
          <p14:tracePt t="15198" x="3619500" y="2805113"/>
          <p14:tracePt t="15208" x="3636963" y="2805113"/>
          <p14:tracePt t="15230" x="3652838" y="2805113"/>
          <p14:tracePt t="15248" x="3670300" y="2805113"/>
          <p14:tracePt t="15259" x="3687763" y="2805113"/>
          <p14:tracePt t="15279" x="3703638" y="2805113"/>
          <p14:tracePt t="15297" x="3713163" y="2805113"/>
          <p14:tracePt t="15309" x="3729038" y="2805113"/>
          <p14:tracePt t="15329" x="3746500" y="2813050"/>
          <p14:tracePt t="15337" x="3756025" y="2813050"/>
          <p14:tracePt t="15358" x="3771900" y="2813050"/>
          <p14:tracePt t="15367" x="3781425" y="2813050"/>
          <p14:tracePt t="15387" x="3789363" y="2813050"/>
          <p14:tracePt t="15396" x="3797300" y="2813050"/>
          <p14:tracePt t="15416" x="3806825" y="2813050"/>
          <p14:tracePt t="15426" x="3814763" y="2813050"/>
          <p14:tracePt t="15446" x="3822700" y="2813050"/>
          <p14:tracePt t="17589" x="3822700" y="2820988"/>
          <p14:tracePt t="17598" x="3814763" y="2820988"/>
          <p14:tracePt t="17610" x="3797300" y="2820988"/>
          <p14:tracePt t="17617" x="3781425" y="2830513"/>
          <p14:tracePt t="17627" x="3763963" y="2838450"/>
          <p14:tracePt t="17639" x="3756025" y="2838450"/>
          <p14:tracePt t="17647" x="3746500" y="2846388"/>
          <p14:tracePt t="17659" x="3729038" y="2846388"/>
          <p14:tracePt t="17668" x="3721100" y="2855913"/>
          <p14:tracePt t="17677" x="3703638" y="2855913"/>
          <p14:tracePt t="17688" x="3695700" y="2855913"/>
          <p14:tracePt t="17707" x="3687763" y="2855913"/>
          <p14:tracePt t="17717" x="3678238" y="2855913"/>
          <p14:tracePt t="17727" x="3678238" y="2863850"/>
          <p14:tracePt t="17737" x="3670300" y="2863850"/>
          <p14:tracePt t="17747" x="3662363" y="2863850"/>
          <p14:tracePt t="17767" x="3652838" y="2863850"/>
          <p14:tracePt t="17807" x="3644900" y="2871788"/>
          <p14:tracePt t="17846" x="3636963" y="2871788"/>
          <p14:tracePt t="17876" x="3636963" y="2881313"/>
          <p14:tracePt t="17955" x="3644900" y="2881313"/>
          <p14:tracePt t="17964" x="3652838" y="2881313"/>
          <p14:tracePt t="17976" x="3670300" y="2881313"/>
          <p14:tracePt t="17984" x="3678238" y="2881313"/>
          <p14:tracePt t="17995" x="3703638" y="2881313"/>
          <p14:tracePt t="18005" x="3721100" y="2889250"/>
          <p14:tracePt t="18015" x="3738563" y="2889250"/>
          <p14:tracePt t="18025" x="3756025" y="2889250"/>
          <p14:tracePt t="18035" x="3771900" y="2889250"/>
          <p14:tracePt t="18044" x="3781425" y="2897188"/>
          <p14:tracePt t="18055" x="3789363" y="2897188"/>
          <p14:tracePt t="18064" x="3797300" y="2897188"/>
          <p14:tracePt t="18075" x="3806825" y="2897188"/>
          <p14:tracePt t="18084" x="3814763" y="2906713"/>
          <p14:tracePt t="18093" x="3822700" y="2906713"/>
          <p14:tracePt t="18113" x="3832225" y="2906713"/>
          <p14:tracePt t="18125" x="3840163" y="2906713"/>
          <p14:tracePt t="18144" x="3848100" y="2906713"/>
          <p14:tracePt t="18155" x="3857625" y="2906713"/>
          <p14:tracePt t="18164" x="3865563" y="2906713"/>
          <p14:tracePt t="18193" x="3873500" y="2906713"/>
          <p14:tracePt t="18204" x="3883025" y="2906713"/>
          <p14:tracePt t="18253" x="3890963" y="2906713"/>
          <p14:tracePt t="18283" x="3900488" y="2906713"/>
          <p14:tracePt t="18322" x="3908425" y="2906713"/>
          <p14:tracePt t="18828" x="3908425" y="2914650"/>
          <p14:tracePt t="20128" x="3873500" y="2914650"/>
          <p14:tracePt t="20138" x="3832225" y="2914650"/>
          <p14:tracePt t="20147" x="3789363" y="2914650"/>
          <p14:tracePt t="20158" x="3756025" y="2914650"/>
          <p14:tracePt t="20166" x="3729038" y="2914650"/>
          <p14:tracePt t="20177" x="3713163" y="2914650"/>
          <p14:tracePt t="20187" x="3695700" y="2914650"/>
          <p14:tracePt t="20196" x="3670300" y="2914650"/>
          <p14:tracePt t="20207" x="3662363" y="2906713"/>
          <p14:tracePt t="20217" x="3636963" y="2906713"/>
          <p14:tracePt t="20226" x="3619500" y="2906713"/>
          <p14:tracePt t="20245" x="3602038" y="2906713"/>
          <p14:tracePt t="20267" x="3594100" y="2906713"/>
          <p14:tracePt t="20276" x="3586163" y="2906713"/>
          <p14:tracePt t="20295" x="3576638" y="2906713"/>
          <p14:tracePt t="20326" x="3568700" y="2906713"/>
          <p14:tracePt t="20345" x="3559175" y="2906713"/>
          <p14:tracePt t="20475" x="3559175" y="2914650"/>
          <p14:tracePt t="20494" x="3559175" y="2922588"/>
          <p14:tracePt t="20504" x="3568700" y="2922588"/>
          <p14:tracePt t="20544" x="3576638" y="2922588"/>
          <p14:tracePt t="20554" x="3586163" y="2932113"/>
          <p14:tracePt t="20574" x="3594100" y="2932113"/>
          <p14:tracePt t="20584" x="3594100" y="2940050"/>
          <p14:tracePt t="20594" x="3602038" y="2940050"/>
          <p14:tracePt t="20603" x="3611563" y="2940050"/>
          <p14:tracePt t="20624" x="3619500" y="2940050"/>
          <p14:tracePt t="20642" x="3627438" y="2940050"/>
          <p14:tracePt t="20653" x="3636963" y="2949575"/>
          <p14:tracePt t="20673" x="3644900" y="2949575"/>
          <p14:tracePt t="20692" x="3652838" y="2957513"/>
          <p14:tracePt t="20732" x="3662363" y="2957513"/>
          <p14:tracePt t="20763" x="3670300" y="2957513"/>
          <p14:tracePt t="20792" x="3678238" y="2957513"/>
          <p14:tracePt t="20842" x="3687763" y="2957513"/>
          <p14:tracePt t="20852" x="3687763" y="2965450"/>
          <p14:tracePt t="20861" x="3695700" y="2965450"/>
          <p14:tracePt t="20871" x="3703638" y="2965450"/>
          <p14:tracePt t="20886" x="3721100" y="2965450"/>
          <p14:tracePt t="20891" x="3729038" y="2965450"/>
          <p14:tracePt t="20901" x="3763963" y="2965450"/>
          <p14:tracePt t="20911" x="3797300" y="2965450"/>
          <p14:tracePt t="20921" x="3840163" y="2965450"/>
          <p14:tracePt t="20932" x="3908425" y="2965450"/>
          <p14:tracePt t="20942" x="4010025" y="2965450"/>
          <p14:tracePt t="20950" x="4052888" y="2965450"/>
          <p14:tracePt t="20960" x="4086225" y="2965450"/>
          <p14:tracePt t="20970" x="4121150" y="2965450"/>
          <p14:tracePt t="20983" x="4137025" y="2965450"/>
          <p14:tracePt t="20991" x="4162425" y="2957513"/>
          <p14:tracePt t="21002" x="4179888" y="2957513"/>
          <p14:tracePt t="21010" x="4187825" y="2957513"/>
          <p14:tracePt t="21020" x="4205288" y="2957513"/>
          <p14:tracePt t="21030" x="4214813" y="2957513"/>
          <p14:tracePt t="21040" x="4222750" y="2957513"/>
          <p14:tracePt t="21050" x="4240213" y="2957513"/>
          <p14:tracePt t="21060" x="4248150" y="2957513"/>
          <p14:tracePt t="21071" x="4265613" y="2957513"/>
          <p14:tracePt t="21080" x="4281488" y="2957513"/>
          <p14:tracePt t="21091" x="4291013" y="2957513"/>
          <p14:tracePt t="21100" x="4306888" y="2957513"/>
          <p14:tracePt t="21110" x="4316413" y="2957513"/>
          <p14:tracePt t="21120" x="4324350" y="2957513"/>
          <p14:tracePt t="21129" x="4341813" y="2965450"/>
          <p14:tracePt t="21140" x="4349750" y="2965450"/>
          <p14:tracePt t="21149" x="4359275" y="2965450"/>
          <p14:tracePt t="21160" x="4367213" y="2965450"/>
          <p14:tracePt t="21169" x="4384675" y="2974975"/>
          <p14:tracePt t="21179" x="4392613" y="2974975"/>
          <p14:tracePt t="21190" x="4400550" y="2974975"/>
          <p14:tracePt t="21199" x="4410075" y="2974975"/>
          <p14:tracePt t="21208" x="4418013" y="2974975"/>
          <p14:tracePt t="21220" x="4425950" y="2974975"/>
          <p14:tracePt t="21240" x="4435475" y="2974975"/>
          <p14:tracePt t="21249" x="4443413" y="2974975"/>
          <p14:tracePt t="21278" x="4451350" y="2974975"/>
          <p14:tracePt t="21298" x="4460875" y="2974975"/>
          <p14:tracePt t="21338" x="4468813" y="2974975"/>
          <p14:tracePt t="21437" x="4476750" y="2974975"/>
          <p14:tracePt t="21526" x="4476750" y="2982913"/>
          <p14:tracePt t="22865" x="4324350" y="3025775"/>
          <p14:tracePt t="22875" x="4044950" y="3076575"/>
          <p14:tracePt t="22884" x="3746500" y="3101975"/>
          <p14:tracePt t="22894" x="3492500" y="3152775"/>
          <p14:tracePt t="22905" x="3279775" y="3178175"/>
          <p14:tracePt t="22915" x="3059113" y="3211513"/>
          <p14:tracePt t="22924" x="2998788" y="3211513"/>
          <p14:tracePt t="22934" x="2940050" y="3221038"/>
          <p14:tracePt t="22944" x="2905125" y="3221038"/>
          <p14:tracePt t="22955" x="2889250" y="3221038"/>
          <p14:tracePt t="22964" x="2863850" y="3221038"/>
          <p14:tracePt t="22974" x="2846388" y="3221038"/>
          <p14:tracePt t="22984" x="2838450" y="3221038"/>
          <p14:tracePt t="22994" x="2820988" y="3228975"/>
          <p14:tracePt t="23005" x="2811463" y="3228975"/>
          <p14:tracePt t="23023" x="2803525" y="3228975"/>
          <p14:tracePt t="23044" x="2795588" y="3228975"/>
          <p14:tracePt t="23083" x="2786063" y="3228975"/>
          <p14:tracePt t="23104" x="2778125" y="3228975"/>
          <p14:tracePt t="23143" x="2770188" y="3228975"/>
          <p14:tracePt t="23193" x="2778125" y="3221038"/>
          <p14:tracePt t="23203" x="2803525" y="3195638"/>
          <p14:tracePt t="23212" x="2828925" y="3152775"/>
          <p14:tracePt t="23222" x="2854325" y="3127375"/>
          <p14:tracePt t="23232" x="2879725" y="3109913"/>
          <p14:tracePt t="23241" x="2897188" y="3084513"/>
          <p14:tracePt t="23253" x="2914650" y="3067050"/>
          <p14:tracePt t="23261" x="2922588" y="3051175"/>
          <p14:tracePt t="23271" x="2930525" y="3041650"/>
          <p14:tracePt t="23281" x="2940050" y="3041650"/>
          <p14:tracePt t="23292" x="2947988" y="3033713"/>
          <p14:tracePt t="23301" x="2947988" y="3025775"/>
          <p14:tracePt t="23342" x="2955925" y="3016250"/>
          <p14:tracePt t="23351" x="2955925" y="3008313"/>
          <p14:tracePt t="23361" x="2965450" y="3008313"/>
          <p14:tracePt t="23371" x="2965450" y="3000375"/>
          <p14:tracePt t="23390" x="2973388" y="3000375"/>
          <p14:tracePt t="23401" x="2973388" y="2990850"/>
          <p14:tracePt t="23411" x="2982913" y="2982913"/>
          <p14:tracePt t="23432" x="2990850" y="2974975"/>
          <p14:tracePt t="23441" x="2990850" y="2965450"/>
          <p14:tracePt t="23451" x="2998788" y="2965450"/>
          <p14:tracePt t="23460" x="2998788" y="2957513"/>
          <p14:tracePt t="23473" x="3008313" y="2957513"/>
          <p14:tracePt t="23480" x="3008313" y="2949575"/>
          <p14:tracePt t="23490" x="3008313" y="2940050"/>
          <p14:tracePt t="23530" x="3016250" y="2940050"/>
          <p14:tracePt t="23559" x="3016250" y="2932113"/>
          <p14:tracePt t="23580" x="3024188" y="2932113"/>
          <p14:tracePt t="23600" x="3024188" y="2922588"/>
          <p14:tracePt t="23659" x="3024188" y="2914650"/>
          <p14:tracePt t="23669" x="3024188" y="2906713"/>
          <p14:tracePt t="23689" x="3024188" y="2897188"/>
          <p14:tracePt t="23719" x="3024188" y="2889250"/>
          <p14:tracePt t="23728" x="3024188" y="2881313"/>
          <p14:tracePt t="23738" x="3033713" y="2881313"/>
          <p14:tracePt t="23748" x="3033713" y="2871788"/>
          <p14:tracePt t="23757" x="3033713" y="2863850"/>
          <p14:tracePt t="23769" x="3041650" y="2855913"/>
          <p14:tracePt t="23778" x="3049588" y="2855913"/>
          <p14:tracePt t="23797" x="3059113" y="2855913"/>
          <p14:tracePt t="23808" x="3074988" y="2846388"/>
          <p14:tracePt t="23828" x="3092450" y="2846388"/>
          <p14:tracePt t="23837" x="3100388" y="2846388"/>
          <p14:tracePt t="23847" x="3109913" y="2846388"/>
          <p14:tracePt t="23856" x="3127375" y="2846388"/>
          <p14:tracePt t="23868" x="3143250" y="2863850"/>
          <p14:tracePt t="23877" x="3143250" y="2871788"/>
          <p14:tracePt t="23887" x="3152775" y="2897188"/>
          <p14:tracePt t="23902" x="3160713" y="2922588"/>
          <p14:tracePt t="23906" x="3160713" y="2957513"/>
          <p14:tracePt t="23917" x="3160713" y="2990850"/>
          <p14:tracePt t="23926" x="3152775" y="3033713"/>
          <p14:tracePt t="23937" x="3143250" y="3051175"/>
          <p14:tracePt t="23946" x="3135313" y="3076575"/>
          <p14:tracePt t="23956" x="3135313" y="3084513"/>
          <p14:tracePt t="23966" x="3127375" y="3094038"/>
          <p14:tracePt t="23975" x="3117850" y="3101975"/>
          <p14:tracePt t="23996" x="3117850" y="3109913"/>
          <p14:tracePt t="24005" x="3109913" y="3109913"/>
          <p14:tracePt t="24025" x="3109913" y="3119438"/>
          <p14:tracePt t="24075" x="3117850" y="3119438"/>
          <p14:tracePt t="24086" x="3127375" y="3109913"/>
          <p14:tracePt t="24095" x="3152775" y="3101975"/>
          <p14:tracePt t="24104" x="3168650" y="3094038"/>
          <p14:tracePt t="24115" x="3194050" y="3084513"/>
          <p14:tracePt t="24124" x="3211513" y="3067050"/>
          <p14:tracePt t="24135" x="3244850" y="3067050"/>
          <p14:tracePt t="24144" x="3270250" y="3059113"/>
          <p14:tracePt t="24154" x="3297238" y="3051175"/>
          <p14:tracePt t="24165" x="3313113" y="3041650"/>
          <p14:tracePt t="24175" x="3330575" y="3033713"/>
          <p14:tracePt t="24183" x="3355975" y="3025775"/>
          <p14:tracePt t="24194" x="3363913" y="3016250"/>
          <p14:tracePt t="24204" x="3373438" y="3016250"/>
          <p14:tracePt t="24214" x="3381375" y="3016250"/>
          <p14:tracePt t="24224" x="3389313" y="3008313"/>
          <p14:tracePt t="24244" x="3398838" y="3000375"/>
          <p14:tracePt t="24263" x="3406775" y="2990850"/>
          <p14:tracePt t="24305" x="3406775" y="2982913"/>
          <p14:tracePt t="24313" x="3414713" y="2974975"/>
          <p14:tracePt t="24333" x="3424238" y="2974975"/>
          <p14:tracePt t="24343" x="3432175" y="2965450"/>
          <p14:tracePt t="24362" x="3432175" y="2957513"/>
          <p14:tracePt t="24372" x="3449638" y="2957513"/>
          <p14:tracePt t="24382" x="3457575" y="2949575"/>
          <p14:tracePt t="24392" x="3467100" y="2949575"/>
          <p14:tracePt t="24404" x="3475038" y="2949575"/>
          <p14:tracePt t="24412" x="3482975" y="2949575"/>
          <p14:tracePt t="24422" x="3500438" y="2949575"/>
          <p14:tracePt t="24433" x="3508375" y="2949575"/>
          <p14:tracePt t="24442" x="3525838" y="2949575"/>
          <p14:tracePt t="24453" x="3533775" y="2949575"/>
          <p14:tracePt t="24461" x="3543300" y="2949575"/>
          <p14:tracePt t="24471" x="3559175" y="2949575"/>
          <p14:tracePt t="24483" x="3568700" y="2949575"/>
          <p14:tracePt t="24492" x="3576638" y="2957513"/>
          <p14:tracePt t="24502" x="3594100" y="2965450"/>
          <p14:tracePt t="24511" x="3602038" y="2965450"/>
          <p14:tracePt t="24521" x="3602038" y="2974975"/>
          <p14:tracePt t="24531" x="3611563" y="2974975"/>
          <p14:tracePt t="24541" x="3619500" y="2982913"/>
          <p14:tracePt t="24552" x="3627438" y="2990850"/>
          <p14:tracePt t="24572" x="3636963" y="3008313"/>
          <p14:tracePt t="24581" x="3636963" y="3016250"/>
          <p14:tracePt t="24591" x="3636963" y="3025775"/>
          <p14:tracePt t="24602" x="3644900" y="3033713"/>
          <p14:tracePt t="24611" x="3644900" y="3041650"/>
          <p14:tracePt t="24621" x="3644900" y="3059113"/>
          <p14:tracePt t="24631" x="3644900" y="3067050"/>
          <p14:tracePt t="24652" x="3644900" y="3076575"/>
          <p14:tracePt t="24670" x="3644900" y="3084513"/>
          <p14:tracePt t="24681" x="3644900" y="3094038"/>
          <p14:tracePt t="24740" x="3644900" y="3101975"/>
          <p14:tracePt t="24849" x="3636963" y="3101975"/>
          <p14:tracePt t="24878" x="3619500" y="3101975"/>
          <p14:tracePt t="24888" x="3602038" y="3094038"/>
          <p14:tracePt t="24899" x="3594100" y="3084513"/>
          <p14:tracePt t="24908" x="3559175" y="3076575"/>
          <p14:tracePt t="24918" x="3525838" y="3059113"/>
          <p14:tracePt t="24928" x="3475038" y="3033713"/>
          <p14:tracePt t="24937" x="3424238" y="3016250"/>
          <p14:tracePt t="24949" x="3338513" y="2990850"/>
          <p14:tracePt t="24957" x="3279775" y="2982913"/>
          <p14:tracePt t="24969" x="3236913" y="2982913"/>
          <p14:tracePt t="24978" x="3203575" y="2982913"/>
          <p14:tracePt t="24987" x="3178175" y="2982913"/>
          <p14:tracePt t="24997" x="3168650" y="2982913"/>
          <p14:tracePt t="25007" x="3152775" y="2982913"/>
          <p14:tracePt t="25017" x="3143250" y="2982913"/>
          <p14:tracePt t="25047" x="3135313" y="2982913"/>
          <p14:tracePt t="25087" x="3143250" y="2982913"/>
          <p14:tracePt t="25097" x="3168650" y="2982913"/>
          <p14:tracePt t="25106" x="3211513" y="2982913"/>
          <p14:tracePt t="25116" x="3270250" y="2982913"/>
          <p14:tracePt t="25126" x="3305175" y="2982913"/>
          <p14:tracePt t="25136" x="3322638" y="2982913"/>
          <p14:tracePt t="25146" x="3348038" y="2982913"/>
          <p14:tracePt t="25155" x="3363913" y="2982913"/>
          <p14:tracePt t="25168" x="3363913" y="2990850"/>
          <p14:tracePt t="25176" x="3373438" y="2990850"/>
          <p14:tracePt t="25186" x="3381375" y="2990850"/>
          <p14:tracePt t="25215" x="3389313" y="2990850"/>
          <p14:tracePt t="25224" x="3389313" y="3000375"/>
          <p14:tracePt t="25245" x="3398838" y="3008313"/>
          <p14:tracePt t="25265" x="3398838" y="3016250"/>
          <p14:tracePt t="25286" x="3406775" y="3025775"/>
          <p14:tracePt t="25295" x="3414713" y="3025775"/>
          <p14:tracePt t="25305" x="3432175" y="3033713"/>
          <p14:tracePt t="25315" x="3441700" y="3041650"/>
          <p14:tracePt t="25324" x="3467100" y="3041650"/>
          <p14:tracePt t="25336" x="3500438" y="3051175"/>
          <p14:tracePt t="25344" x="3525838" y="3051175"/>
          <p14:tracePt t="25353" x="3543300" y="3059113"/>
          <p14:tracePt t="25366" x="3568700" y="3059113"/>
          <p14:tracePt t="25374" x="3594100" y="3059113"/>
          <p14:tracePt t="25394" x="3611563" y="3067050"/>
          <p14:tracePt t="25403" x="3619500" y="3067050"/>
          <p14:tracePt t="25424" x="3627438" y="3076575"/>
          <p14:tracePt t="25444" x="3636963" y="3076575"/>
          <p14:tracePt t="25453" x="3644900" y="3076575"/>
          <p14:tracePt t="25464" x="3644900" y="3084513"/>
          <p14:tracePt t="25473" x="3652838" y="3084513"/>
          <p14:tracePt t="25483" x="3670300" y="3084513"/>
          <p14:tracePt t="25493" x="3678238" y="3084513"/>
          <p14:tracePt t="25503" x="3738563" y="3084513"/>
          <p14:tracePt t="25514" x="3976688" y="3119438"/>
          <p14:tracePt t="25522" x="4384675" y="3119438"/>
          <p14:tracePt t="25534" x="4732338" y="3135313"/>
          <p14:tracePt t="25542" x="5029200" y="3152775"/>
          <p14:tracePt t="25553" x="5208588" y="3160713"/>
          <p14:tracePt t="25562" x="5249863" y="3160713"/>
          <p14:tracePt t="25572" x="5284788" y="3170238"/>
          <p14:tracePt t="25583" x="5310188" y="3178175"/>
          <p14:tracePt t="25592" x="5327650" y="3178175"/>
          <p14:tracePt t="25612" x="5335588" y="3186113"/>
          <p14:tracePt t="25642" x="5343525" y="3186113"/>
          <p14:tracePt t="25652" x="5343525" y="3195638"/>
          <p14:tracePt t="25812" x="5343525" y="3203575"/>
          <p14:tracePt t="26396" x="5335588" y="3203575"/>
          <p14:tracePt t="26405" x="5327650" y="3203575"/>
          <p14:tracePt t="26415" x="5292725" y="3203575"/>
          <p14:tracePt t="26425" x="5140325" y="3203575"/>
          <p14:tracePt t="26436" x="4749800" y="3144838"/>
          <p14:tracePt t="26446" x="4273550" y="3067050"/>
          <p14:tracePt t="26455" x="3814763" y="2965450"/>
          <p14:tracePt t="26465" x="3508375" y="2897188"/>
          <p14:tracePt t="26475" x="3203575" y="2863850"/>
          <p14:tracePt t="26485" x="2955925" y="2820988"/>
          <p14:tracePt t="26494" x="2744788" y="2805113"/>
          <p14:tracePt t="26505" x="2532063" y="2787650"/>
          <p14:tracePt t="26515" x="2344738" y="2778125"/>
          <p14:tracePt t="26524" x="2166938" y="2762250"/>
          <p14:tracePt t="26535" x="2124075" y="2762250"/>
          <p14:tracePt t="26545" x="2073275" y="2762250"/>
          <p14:tracePt t="26554" x="2047875" y="2762250"/>
          <p14:tracePt t="26564" x="2012950" y="2762250"/>
          <p14:tracePt t="26574" x="1997075" y="2762250"/>
          <p14:tracePt t="26912" x="1962150" y="2770188"/>
          <p14:tracePt t="26921" x="1946275" y="2787650"/>
          <p14:tracePt t="26931" x="1911350" y="2805113"/>
          <p14:tracePt t="26941" x="1878013" y="2820988"/>
          <p14:tracePt t="26952" x="1852613" y="2830513"/>
          <p14:tracePt t="26961" x="1835150" y="2846388"/>
          <p14:tracePt t="26971" x="1809750" y="2863850"/>
          <p14:tracePt t="26980" x="1792288" y="2871788"/>
          <p14:tracePt t="26990" x="1784350" y="2889250"/>
          <p14:tracePt t="27002" x="1766888" y="2906713"/>
          <p14:tracePt t="27010" x="1749425" y="2922588"/>
          <p14:tracePt t="27020" x="1741488" y="2940050"/>
          <p14:tracePt t="27031" x="1733550" y="2957513"/>
          <p14:tracePt t="27040" x="1724025" y="2974975"/>
          <p14:tracePt t="27052" x="1724025" y="3000375"/>
          <p14:tracePt t="27061" x="1716088" y="3008313"/>
          <p14:tracePt t="27070" x="1716088" y="3033713"/>
          <p14:tracePt t="27081" x="1708150" y="3059113"/>
          <p14:tracePt t="27090" x="1698625" y="3076575"/>
          <p14:tracePt t="27101" x="1698625" y="3094038"/>
          <p14:tracePt t="27109" x="1690688" y="3119438"/>
          <p14:tracePt t="27120" x="1690688" y="3135313"/>
          <p14:tracePt t="27131" x="1690688" y="3152775"/>
          <p14:tracePt t="27140" x="1690688" y="3170238"/>
          <p14:tracePt t="27151" x="1690688" y="3178175"/>
          <p14:tracePt t="27160" x="1690688" y="3203575"/>
          <p14:tracePt t="27170" x="1690688" y="3221038"/>
          <p14:tracePt t="27184" x="1690688" y="3228975"/>
          <p14:tracePt t="27189" x="1690688" y="3246438"/>
          <p14:tracePt t="27200" x="1690688" y="3271838"/>
          <p14:tracePt t="27210" x="1698625" y="3279775"/>
          <p14:tracePt t="27218" x="1708150" y="3305175"/>
          <p14:tracePt t="27229" x="1716088" y="3322638"/>
          <p14:tracePt t="27238" x="1724025" y="3340100"/>
          <p14:tracePt t="27250" x="1733550" y="3348038"/>
          <p14:tracePt t="27259" x="1749425" y="3365500"/>
          <p14:tracePt t="27268" x="1766888" y="3373438"/>
          <p14:tracePt t="27279" x="1776413" y="3390900"/>
          <p14:tracePt t="27288" x="1792288" y="3398838"/>
          <p14:tracePt t="27299" x="1827213" y="3408363"/>
          <p14:tracePt t="27308" x="1860550" y="3408363"/>
          <p14:tracePt t="27318" x="1893888" y="3416300"/>
          <p14:tracePt t="27328" x="1936750" y="3416300"/>
          <p14:tracePt t="27338" x="1971675" y="3416300"/>
          <p14:tracePt t="27348" x="1997075" y="3408363"/>
          <p14:tracePt t="27357" x="2022475" y="3398838"/>
          <p14:tracePt t="27367" x="2038350" y="3390900"/>
          <p14:tracePt t="27378" x="2055813" y="3382963"/>
          <p14:tracePt t="27388" x="2065338" y="3373438"/>
          <p14:tracePt t="27398" x="2073275" y="3355975"/>
          <p14:tracePt t="27407" x="2081213" y="3355975"/>
          <p14:tracePt t="27417" x="2090738" y="3340100"/>
          <p14:tracePt t="27427" x="2090738" y="3330575"/>
          <p14:tracePt t="27438" x="2090738" y="3297238"/>
          <p14:tracePt t="27447" x="2065338" y="3228975"/>
          <p14:tracePt t="27457" x="1987550" y="3144838"/>
          <p14:tracePt t="27467" x="1946275" y="3101975"/>
          <p14:tracePt t="27476" x="1911350" y="3084513"/>
          <p14:tracePt t="27486" x="1885950" y="3076575"/>
          <p14:tracePt t="27496" x="1868488" y="3076575"/>
          <p14:tracePt t="27505" x="1835150" y="3076575"/>
          <p14:tracePt t="27517" x="1809750" y="3094038"/>
          <p14:tracePt t="27526" x="1776413" y="3109913"/>
          <p14:tracePt t="27536" x="1741488" y="3135313"/>
          <p14:tracePt t="27547" x="1724025" y="3160713"/>
          <p14:tracePt t="27556" x="1708150" y="3186113"/>
          <p14:tracePt t="27567" x="1690688" y="3211513"/>
          <p14:tracePt t="27576" x="1682750" y="3238500"/>
          <p14:tracePt t="27586" x="1682750" y="3271838"/>
          <p14:tracePt t="27597" x="1682750" y="3305175"/>
          <p14:tracePt t="27605" x="1708150" y="3340100"/>
          <p14:tracePt t="27616" x="1741488" y="3390900"/>
          <p14:tracePt t="27625" x="1817688" y="3459163"/>
          <p14:tracePt t="27635" x="1852613" y="3484563"/>
          <p14:tracePt t="27647" x="1903413" y="3517900"/>
          <p14:tracePt t="27655" x="1936750" y="3535363"/>
          <p14:tracePt t="27666" x="1962150" y="3552825"/>
          <p14:tracePt t="27674" x="1987550" y="3552825"/>
          <p14:tracePt t="27685" x="2012950" y="3552825"/>
          <p14:tracePt t="27696" x="2022475" y="3552825"/>
          <p14:tracePt t="27704" x="2038350" y="3552825"/>
          <p14:tracePt t="27714" x="2055813" y="3535363"/>
          <p14:tracePt t="27724" x="2065338" y="3517900"/>
          <p14:tracePt t="27734" x="2065338" y="3502025"/>
          <p14:tracePt t="27744" x="2081213" y="3441700"/>
          <p14:tracePt t="27903" x="2073275" y="3449638"/>
          <p14:tracePt t="27913" x="2055813" y="3467100"/>
          <p14:tracePt t="27922" x="2038350" y="3484563"/>
          <p14:tracePt t="27934" x="2030413" y="3484563"/>
          <p14:tracePt t="27943" x="2030413" y="3502025"/>
          <p14:tracePt t="27952" x="2022475" y="3517900"/>
          <p14:tracePt t="27963" x="2012950" y="3517900"/>
          <p14:tracePt t="27972" x="2012950" y="3535363"/>
          <p14:tracePt t="27993" x="2012950" y="3543300"/>
          <p14:tracePt t="28002" x="2022475" y="3560763"/>
          <p14:tracePt t="28013" x="2030413" y="3568700"/>
          <p14:tracePt t="28022" x="2055813" y="3568700"/>
          <p14:tracePt t="28033" x="2081213" y="3578225"/>
          <p14:tracePt t="28042" x="2098675" y="3578225"/>
          <p14:tracePt t="28051" x="2124075" y="3578225"/>
          <p14:tracePt t="28063" x="2141538" y="3578225"/>
          <p14:tracePt t="28072" x="2157413" y="3578225"/>
          <p14:tracePt t="28083" x="2166938" y="3568700"/>
          <p14:tracePt t="28091" x="2174875" y="3560763"/>
          <p14:tracePt t="28101" x="2182813" y="3552825"/>
          <p14:tracePt t="28112" x="2182813" y="3535363"/>
          <p14:tracePt t="28121" x="2182813" y="3509963"/>
          <p14:tracePt t="28132" x="2174875" y="3467100"/>
          <p14:tracePt t="28141" x="2081213" y="3348038"/>
          <p14:tracePt t="28151" x="1936750" y="3186113"/>
          <p14:tracePt t="28162" x="1868488" y="3127375"/>
          <p14:tracePt t="28171" x="1809750" y="3101975"/>
          <p14:tracePt t="28181" x="1758950" y="3094038"/>
          <p14:tracePt t="28192" x="1724025" y="3084513"/>
          <p14:tracePt t="28201" x="1698625" y="3084513"/>
          <p14:tracePt t="28213" x="1665288" y="3084513"/>
          <p14:tracePt t="28220" x="1647825" y="3084513"/>
          <p14:tracePt t="28230" x="1631950" y="3084513"/>
          <p14:tracePt t="28240" x="1614488" y="3094038"/>
          <p14:tracePt t="28249" x="1597025" y="3094038"/>
          <p14:tracePt t="28260" x="1579563" y="3109913"/>
          <p14:tracePt t="28271" x="1579563" y="3119438"/>
          <p14:tracePt t="28280" x="1571625" y="3127375"/>
          <p14:tracePt t="28291" x="1563688" y="3144838"/>
          <p14:tracePt t="28300" x="1563688" y="3170238"/>
          <p14:tracePt t="28310" x="1563688" y="3178175"/>
          <p14:tracePt t="28320" x="1563688" y="3195638"/>
          <p14:tracePt t="28330" x="1563688" y="3211513"/>
          <p14:tracePt t="28339" x="1571625" y="3221038"/>
          <p14:tracePt t="28350" x="1579563" y="3228975"/>
          <p14:tracePt t="28359" x="1597025" y="3246438"/>
          <p14:tracePt t="28370" x="1614488" y="3254375"/>
          <p14:tracePt t="28380" x="1647825" y="3263900"/>
          <p14:tracePt t="28389" x="1665288" y="3263900"/>
          <p14:tracePt t="28401" x="1698625" y="3263900"/>
          <p14:tracePt t="28409" x="1733550" y="3263900"/>
          <p14:tracePt t="28420" x="1758950" y="3263900"/>
          <p14:tracePt t="28430" x="1766888" y="3263900"/>
          <p14:tracePt t="28439" x="1792288" y="3254375"/>
          <p14:tracePt t="28450" x="1809750" y="3246438"/>
          <p14:tracePt t="28468" x="1827213" y="3238500"/>
          <p14:tracePt t="28478" x="1835150" y="3238500"/>
          <p14:tracePt t="28488" x="1835150" y="3228975"/>
          <p14:tracePt t="28518" x="1843088" y="3228975"/>
          <p14:tracePt t="28529" x="1843088" y="3221038"/>
          <p14:tracePt t="28568" x="1843088" y="3211513"/>
          <p14:tracePt t="28588" x="1817688" y="3211513"/>
          <p14:tracePt t="28598" x="1809750" y="3211513"/>
          <p14:tracePt t="28607" x="1784350" y="3221038"/>
          <p14:tracePt t="28617" x="1749425" y="3246438"/>
          <p14:tracePt t="28628" x="1724025" y="3271838"/>
          <p14:tracePt t="28637" x="1698625" y="3297238"/>
          <p14:tracePt t="28648" x="1682750" y="3330575"/>
          <p14:tracePt t="28656" x="1673225" y="3348038"/>
          <p14:tracePt t="28667" x="1665288" y="3365500"/>
          <p14:tracePt t="28677" x="1657350" y="3382963"/>
          <p14:tracePt t="28686" x="1657350" y="3390900"/>
          <p14:tracePt t="28697" x="1657350" y="3398838"/>
          <p14:tracePt t="28706" x="1657350" y="3416300"/>
          <p14:tracePt t="28716" x="1665288" y="3416300"/>
          <p14:tracePt t="28726" x="1665288" y="3424238"/>
          <p14:tracePt t="28736" x="1682750" y="3433763"/>
          <p14:tracePt t="28746" x="1698625" y="3433763"/>
          <p14:tracePt t="28757" x="1708150" y="3441700"/>
          <p14:tracePt t="28766" x="1724025" y="3441700"/>
          <p14:tracePt t="28776" x="1741488" y="3441700"/>
          <p14:tracePt t="28786" x="1749425" y="3441700"/>
          <p14:tracePt t="28796" x="1776413" y="3441700"/>
          <p14:tracePt t="28806" x="1792288" y="3433763"/>
          <p14:tracePt t="28816" x="1801813" y="3416300"/>
          <p14:tracePt t="28825" x="1827213" y="3398838"/>
          <p14:tracePt t="28836" x="1835150" y="3390900"/>
          <p14:tracePt t="28846" x="1852613" y="3365500"/>
          <p14:tracePt t="28855" x="1860550" y="3340100"/>
          <p14:tracePt t="28866" x="1860550" y="3314700"/>
          <p14:tracePt t="28875" x="1860550" y="3289300"/>
          <p14:tracePt t="28896" x="1852613" y="3238500"/>
          <p14:tracePt t="28905" x="1835150" y="3211513"/>
          <p14:tracePt t="28917" x="1817688" y="3203575"/>
          <p14:tracePt t="28925" x="1801813" y="3186113"/>
          <p14:tracePt t="28934" x="1784350" y="3178175"/>
          <p14:tracePt t="28945" x="1758950" y="3170238"/>
          <p14:tracePt t="28954" x="1733550" y="3170238"/>
          <p14:tracePt t="28966" x="1724025" y="3170238"/>
          <p14:tracePt t="28974" x="1698625" y="3170238"/>
          <p14:tracePt t="28984" x="1673225" y="3178175"/>
          <p14:tracePt t="28995" x="1665288" y="3195638"/>
          <p14:tracePt t="29003" x="1647825" y="3211513"/>
          <p14:tracePt t="29015" x="1639888" y="3228975"/>
          <p14:tracePt t="29023" x="1631950" y="3246438"/>
          <p14:tracePt t="29033" x="1622425" y="3263900"/>
          <p14:tracePt t="29045" x="1622425" y="3279775"/>
          <p14:tracePt t="29054" x="1622425" y="3297238"/>
          <p14:tracePt t="29064" x="1622425" y="3314700"/>
          <p14:tracePt t="29073" x="1622425" y="3330575"/>
          <p14:tracePt t="29083" x="1622425" y="3340100"/>
          <p14:tracePt t="29094" x="1631950" y="3348038"/>
          <p14:tracePt t="29103" x="1631950" y="3355975"/>
          <p14:tracePt t="29113" x="1639888" y="3365500"/>
          <p14:tracePt t="29122" x="1657350" y="3373438"/>
          <p14:tracePt t="29133" x="1665288" y="3373438"/>
          <p14:tracePt t="29144" x="1682750" y="3382963"/>
          <p14:tracePt t="29152" x="1708150" y="3382963"/>
          <p14:tracePt t="29163" x="1724025" y="3382963"/>
          <p14:tracePt t="29173" x="1749425" y="3382963"/>
          <p14:tracePt t="29183" x="1784350" y="3365500"/>
          <p14:tracePt t="29193" x="1809750" y="3355975"/>
          <p14:tracePt t="29202" x="1835150" y="3355975"/>
          <p14:tracePt t="29212" x="1843088" y="3340100"/>
          <p14:tracePt t="29222" x="1860550" y="3330575"/>
          <p14:tracePt t="29233" x="1868488" y="3322638"/>
          <p14:tracePt t="29243" x="1878013" y="3314700"/>
          <p14:tracePt t="29262" x="1885950" y="3305175"/>
          <p14:tracePt t="29272" x="1885950" y="3297238"/>
          <p14:tracePt t="29282" x="1885950" y="3289300"/>
          <p14:tracePt t="29292" x="1885950" y="3271838"/>
          <p14:tracePt t="29301" x="1868488" y="3254375"/>
          <p14:tracePt t="29312" x="1860550" y="3246438"/>
          <p14:tracePt t="29321" x="1835150" y="3238500"/>
          <p14:tracePt t="29333" x="1817688" y="3228975"/>
          <p14:tracePt t="29341" x="1784350" y="3228975"/>
          <p14:tracePt t="29351" x="1766888" y="3228975"/>
          <p14:tracePt t="29361" x="1741488" y="3228975"/>
          <p14:tracePt t="29370" x="1716088" y="3246438"/>
          <p14:tracePt t="29382" x="1690688" y="3263900"/>
          <p14:tracePt t="29390" x="1673225" y="3289300"/>
          <p14:tracePt t="29400" x="1657350" y="3322638"/>
          <p14:tracePt t="29411" x="1647825" y="3355975"/>
          <p14:tracePt t="29420" x="1639888" y="3382963"/>
          <p14:tracePt t="29431" x="1639888" y="3390900"/>
          <p14:tracePt t="29440" x="1639888" y="3416300"/>
          <p14:tracePt t="29450" x="1639888" y="3424238"/>
          <p14:tracePt t="29460" x="1639888" y="3433763"/>
          <p14:tracePt t="29470" x="1657350" y="3449638"/>
          <p14:tracePt t="29481" x="1673225" y="3459163"/>
          <p14:tracePt t="29491" x="1698625" y="3467100"/>
          <p14:tracePt t="29500" x="1724025" y="3475038"/>
          <p14:tracePt t="29510" x="1776413" y="3484563"/>
          <p14:tracePt t="29520" x="1809750" y="3492500"/>
          <p14:tracePt t="29531" x="1835150" y="3492500"/>
          <p14:tracePt t="29540" x="1860550" y="3492500"/>
          <p14:tracePt t="29550" x="1878013" y="3492500"/>
          <p14:tracePt t="29560" x="1893888" y="3492500"/>
          <p14:tracePt t="29569" x="1903413" y="3492500"/>
          <p14:tracePt t="29578" x="1911350" y="3492500"/>
          <p14:tracePt t="29599" x="1920875" y="3492500"/>
          <p14:tracePt t="29610" x="1920875" y="3484563"/>
          <p14:tracePt t="29619" x="1928813" y="3484563"/>
          <p14:tracePt t="29628" x="1928813" y="3467100"/>
          <p14:tracePt t="29639" x="1928813" y="3449638"/>
          <p14:tracePt t="29649" x="1911350" y="3398838"/>
          <p14:tracePt t="29659" x="1885950" y="3365500"/>
          <p14:tracePt t="29668" x="1852613" y="3330575"/>
          <p14:tracePt t="29679" x="1843088" y="3314700"/>
          <p14:tracePt t="29688" x="1827213" y="3297238"/>
          <p14:tracePt t="29699" x="1809750" y="3289300"/>
          <p14:tracePt t="29707" x="1801813" y="3279775"/>
          <p14:tracePt t="29728" x="1784350" y="3279775"/>
          <p14:tracePt t="29737" x="1776413" y="3279775"/>
          <p14:tracePt t="29758" x="1758950" y="3279775"/>
          <p14:tracePt t="29767" x="1741488" y="3279775"/>
          <p14:tracePt t="29779" x="1724025" y="3297238"/>
          <p14:tracePt t="29787" x="1708150" y="3322638"/>
          <p14:tracePt t="29799" x="1690688" y="3348038"/>
          <p14:tracePt t="29807" x="1673225" y="3373438"/>
          <p14:tracePt t="29817" x="1657350" y="3390900"/>
          <p14:tracePt t="29829" x="1657350" y="3408363"/>
          <p14:tracePt t="29837" x="1647825" y="3433763"/>
          <p14:tracePt t="29847" x="1647825" y="3441700"/>
          <p14:tracePt t="29857" x="1647825" y="3467100"/>
          <p14:tracePt t="29866" x="1647825" y="3484563"/>
          <p14:tracePt t="29877" x="1665288" y="3502025"/>
          <p14:tracePt t="29886" x="1682750" y="3509963"/>
          <p14:tracePt t="29897" x="1690688" y="3517900"/>
          <p14:tracePt t="29907" x="1716088" y="3527425"/>
          <p14:tracePt t="29916" x="1733550" y="3535363"/>
          <p14:tracePt t="29926" x="1749425" y="3535363"/>
          <p14:tracePt t="29936" x="1766888" y="3535363"/>
          <p14:tracePt t="29947" x="1792288" y="3535363"/>
          <p14:tracePt t="29966" x="1809750" y="3535363"/>
          <p14:tracePt t="29976" x="1817688" y="3535363"/>
          <p14:tracePt t="29996" x="1827213" y="3535363"/>
          <p14:tracePt t="30005" x="1835150" y="3535363"/>
          <p14:tracePt t="30026" x="1843088" y="3535363"/>
          <p14:tracePt t="30085" x="1852613" y="3535363"/>
          <p14:tracePt t="30115" x="1860550" y="3535363"/>
          <p14:tracePt t="30929" x="1878013" y="3535363"/>
          <p14:tracePt t="30938" x="1893888" y="3535363"/>
          <p14:tracePt t="30948" x="1911350" y="3535363"/>
          <p14:tracePt t="30957" x="1936750" y="3535363"/>
          <p14:tracePt t="30968" x="1962150" y="3535363"/>
          <p14:tracePt t="30979" x="1997075" y="3527425"/>
          <p14:tracePt t="30988" x="2022475" y="3527425"/>
          <p14:tracePt t="30998" x="2055813" y="3527425"/>
          <p14:tracePt t="31007" x="2081213" y="3517900"/>
          <p14:tracePt t="31018" x="2098675" y="3517900"/>
          <p14:tracePt t="31028" x="2124075" y="3517900"/>
          <p14:tracePt t="31037" x="2141538" y="3509963"/>
          <p14:tracePt t="31047" x="2149475" y="3509963"/>
          <p14:tracePt t="31057" x="2166938" y="3509963"/>
          <p14:tracePt t="31067" x="2182813" y="3509963"/>
          <p14:tracePt t="31087" x="2200275" y="3509963"/>
          <p14:tracePt t="31097" x="2208213" y="3509963"/>
          <p14:tracePt t="31107" x="2217738" y="3509963"/>
          <p14:tracePt t="31116" x="2235200" y="3509963"/>
          <p14:tracePt t="31127" x="2243138" y="3509963"/>
          <p14:tracePt t="31136" x="2260600" y="3509963"/>
          <p14:tracePt t="31147" x="2268538" y="3509963"/>
          <p14:tracePt t="31157" x="2286000" y="3509963"/>
          <p14:tracePt t="31166" x="2293938" y="3509963"/>
          <p14:tracePt t="31177" x="2301875" y="3509963"/>
          <p14:tracePt t="31185" x="2319338" y="3509963"/>
          <p14:tracePt t="31197" x="2327275" y="3509963"/>
          <p14:tracePt t="31205" x="2336800" y="3509963"/>
          <p14:tracePt t="31215" x="2344738" y="3509963"/>
          <p14:tracePt t="31226" x="2352675" y="3509963"/>
          <p14:tracePt t="31247" x="2370138" y="3509963"/>
          <p14:tracePt t="31275" x="2379663" y="3509963"/>
          <p14:tracePt t="31296" x="2387600" y="3509963"/>
          <p14:tracePt t="31305" x="2395538" y="3509963"/>
          <p14:tracePt t="31334" x="2405063" y="3509963"/>
          <p14:tracePt t="31375" x="2413000" y="3509963"/>
          <p14:tracePt t="31434" x="2420938" y="3509963"/>
          <p14:tracePt t="31464" x="2430463" y="3509963"/>
          <p14:tracePt t="31504" x="2438400" y="3509963"/>
          <p14:tracePt t="31742" x="2430463" y="3509963"/>
          <p14:tracePt t="31751" x="2420938" y="3509963"/>
          <p14:tracePt t="31782" x="2413000" y="3509963"/>
          <p14:tracePt t="31791" x="2405063" y="3509963"/>
          <p14:tracePt t="31812" x="2395538" y="3509963"/>
          <p14:tracePt t="31831" x="2387600" y="3509963"/>
          <p14:tracePt t="31851" x="2379663" y="3509963"/>
          <p14:tracePt t="31910" x="2370138" y="3509963"/>
          <p14:tracePt t="31979" x="2379663" y="3509963"/>
          <p14:tracePt t="31990" x="2387600" y="3509963"/>
          <p14:tracePt t="32000" x="2405063" y="3509963"/>
          <p14:tracePt t="32009" x="2413000" y="3509963"/>
          <p14:tracePt t="32019" x="2430463" y="3509963"/>
          <p14:tracePt t="32030" x="2438400" y="3509963"/>
          <p14:tracePt t="32039" x="2463800" y="3509963"/>
          <p14:tracePt t="32048" x="2481263" y="3509963"/>
          <p14:tracePt t="32059" x="2497138" y="3517900"/>
          <p14:tracePt t="32068" x="2524125" y="3517900"/>
          <p14:tracePt t="32079" x="2557463" y="3517900"/>
          <p14:tracePt t="32088" x="2590800" y="3517900"/>
          <p14:tracePt t="32097" x="2616200" y="3527425"/>
          <p14:tracePt t="32109" x="2641600" y="3527425"/>
          <p14:tracePt t="32119" x="2668588" y="3527425"/>
          <p14:tracePt t="32130" x="2701925" y="3535363"/>
          <p14:tracePt t="32137" x="2719388" y="3535363"/>
          <p14:tracePt t="32147" x="2735263" y="3535363"/>
          <p14:tracePt t="32158" x="2760663" y="3535363"/>
          <p14:tracePt t="32167" x="2778125" y="3543300"/>
          <p14:tracePt t="32177" x="2803525" y="3543300"/>
          <p14:tracePt t="32187" x="2828925" y="3543300"/>
          <p14:tracePt t="32197" x="2846388" y="3543300"/>
          <p14:tracePt t="32209" x="2871788" y="3543300"/>
          <p14:tracePt t="32217" x="2897188" y="3543300"/>
          <p14:tracePt t="32228" x="2914650" y="3552825"/>
          <p14:tracePt t="32237" x="2947988" y="3552825"/>
          <p14:tracePt t="32247" x="2973388" y="3552825"/>
          <p14:tracePt t="32257" x="2998788" y="3560763"/>
          <p14:tracePt t="32267" x="3016250" y="3560763"/>
          <p14:tracePt t="32277" x="3041650" y="3568700"/>
          <p14:tracePt t="32286" x="3059113" y="3568700"/>
          <p14:tracePt t="32297" x="3067050" y="3568700"/>
          <p14:tracePt t="32307" x="3084513" y="3568700"/>
          <p14:tracePt t="32316" x="3092450" y="3578225"/>
          <p14:tracePt t="32326" x="3109913" y="3578225"/>
          <p14:tracePt t="32336" x="3127375" y="3578225"/>
          <p14:tracePt t="32346" x="3135313" y="3578225"/>
          <p14:tracePt t="32355" x="3152775" y="3578225"/>
          <p14:tracePt t="32366" x="3160713" y="3586163"/>
          <p14:tracePt t="32376" x="3168650" y="3586163"/>
          <p14:tracePt t="32385" x="3186113" y="3594100"/>
          <p14:tracePt t="32396" x="3194050" y="3594100"/>
          <p14:tracePt t="32415" x="3211513" y="3594100"/>
          <p14:tracePt t="32426" x="3219450" y="3603625"/>
          <p14:tracePt t="32446" x="3228975" y="3603625"/>
          <p14:tracePt t="32455" x="3236913" y="3603625"/>
          <p14:tracePt t="32466" x="3244850" y="3603625"/>
          <p14:tracePt t="32476" x="3254375" y="3603625"/>
          <p14:tracePt t="32484" x="3262313" y="3603625"/>
          <p14:tracePt t="32505" x="3270250" y="3603625"/>
          <p14:tracePt t="32514" x="3279775" y="3603625"/>
          <p14:tracePt t="32534" x="3287713" y="3611563"/>
          <p14:tracePt t="32545" x="3297238" y="3611563"/>
          <p14:tracePt t="32564" x="3305175" y="3619500"/>
          <p14:tracePt t="32603" x="3313113" y="3619500"/>
          <p14:tracePt t="32634" x="3322638" y="3619500"/>
          <p14:tracePt t="33170" x="3330575" y="3619500"/>
          <p14:tracePt t="33199" x="3338513" y="3611563"/>
          <p14:tracePt t="33210" x="3348038" y="3611563"/>
          <p14:tracePt t="33229" x="3348038" y="3603625"/>
          <p14:tracePt t="33238" x="3348038" y="3594100"/>
          <p14:tracePt t="33248" x="3355975" y="3594100"/>
          <p14:tracePt t="33268" x="3355975" y="3586163"/>
          <p14:tracePt t="33278" x="3363913" y="3586163"/>
          <p14:tracePt t="33288" x="3363913" y="3578225"/>
          <p14:tracePt t="33329" x="3363913" y="3568700"/>
          <p14:tracePt t="35579" x="3355975" y="3568700"/>
          <p14:tracePt t="35589" x="3338513" y="3568700"/>
          <p14:tracePt t="35598" x="3322638" y="3568700"/>
          <p14:tracePt t="35612" x="3297238" y="3568700"/>
          <p14:tracePt t="35620" x="3279775" y="3560763"/>
          <p14:tracePt t="35628" x="3254375" y="3552825"/>
          <p14:tracePt t="35638" x="3236913" y="3552825"/>
          <p14:tracePt t="35647" x="3228975" y="3552825"/>
          <p14:tracePt t="35658" x="3211513" y="3543300"/>
          <p14:tracePt t="35667" x="3203575" y="3543300"/>
          <p14:tracePt t="35677" x="3194050" y="3535363"/>
          <p14:tracePt t="35697" x="3178175" y="3535363"/>
          <p14:tracePt t="35709" x="3178175" y="3527425"/>
          <p14:tracePt t="35719" x="3168650" y="3527425"/>
          <p14:tracePt t="35726" x="3160713" y="3527425"/>
          <p14:tracePt t="35738" x="3152775" y="3527425"/>
          <p14:tracePt t="35747" x="3143250" y="3517900"/>
          <p14:tracePt t="35758" x="3127375" y="3509963"/>
          <p14:tracePt t="35767" x="3117850" y="3502025"/>
          <p14:tracePt t="35777" x="3100388" y="3492500"/>
          <p14:tracePt t="35786" x="3084513" y="3484563"/>
          <p14:tracePt t="35796" x="3074988" y="3484563"/>
          <p14:tracePt t="35806" x="3067050" y="3475038"/>
          <p14:tracePt t="35816" x="3059113" y="3467100"/>
          <p14:tracePt t="35826" x="3049588" y="3467100"/>
          <p14:tracePt t="35837" x="3041650" y="3459163"/>
          <p14:tracePt t="35846" x="3033713" y="3449638"/>
          <p14:tracePt t="35856" x="3024188" y="3441700"/>
          <p14:tracePt t="35865" x="3024188" y="3433763"/>
          <p14:tracePt t="35876" x="3016250" y="3424238"/>
          <p14:tracePt t="35890" x="3008313" y="3416300"/>
          <p14:tracePt t="35896" x="3008313" y="3408363"/>
          <p14:tracePt t="35906" x="2998788" y="3390900"/>
          <p14:tracePt t="35915" x="2990850" y="3373438"/>
          <p14:tracePt t="35926" x="2990850" y="3348038"/>
          <p14:tracePt t="35936" x="2982913" y="3322638"/>
          <p14:tracePt t="35945" x="2973388" y="3297238"/>
          <p14:tracePt t="35955" x="2973388" y="3279775"/>
          <p14:tracePt t="35965" x="2965450" y="3254375"/>
          <p14:tracePt t="35976" x="2965450" y="3228975"/>
          <p14:tracePt t="35985" x="2955925" y="3211513"/>
          <p14:tracePt t="35995" x="2955925" y="3186113"/>
          <p14:tracePt t="36006" x="2955925" y="3152775"/>
          <p14:tracePt t="36015" x="2947988" y="3127375"/>
          <p14:tracePt t="36026" x="2947988" y="3109913"/>
          <p14:tracePt t="36034" x="2940050" y="3084513"/>
          <p14:tracePt t="36044" x="2940050" y="3059113"/>
          <p14:tracePt t="36055" x="2930525" y="3041650"/>
          <p14:tracePt t="36064" x="2922588" y="3016250"/>
          <p14:tracePt t="36075" x="2922588" y="3000375"/>
          <p14:tracePt t="36084" x="2914650" y="2974975"/>
          <p14:tracePt t="36105" x="2905125" y="2957513"/>
          <p14:tracePt t="36113" x="2897188" y="2949575"/>
          <p14:tracePt t="36134" x="2897188" y="2940050"/>
          <p14:tracePt t="36143" x="2889250" y="2940050"/>
          <p14:tracePt t="36154" x="2889250" y="2932113"/>
          <p14:tracePt t="36163" x="2879725" y="2932113"/>
          <p14:tracePt t="36173" x="2879725" y="2922588"/>
          <p14:tracePt t="36183" x="2871788" y="2922588"/>
          <p14:tracePt t="36225" x="2863850" y="2922588"/>
          <p14:tracePt t="36243" x="2854325" y="2922588"/>
          <p14:tracePt t="36272" x="2846388" y="2914650"/>
          <p14:tracePt t="36282" x="2838450" y="2914650"/>
          <p14:tracePt t="36292" x="2828925" y="2914650"/>
          <p14:tracePt t="36312" x="2828925" y="2906713"/>
          <p14:tracePt t="36321" x="2820988" y="2906713"/>
          <p14:tracePt t="36343" x="2811463" y="2906713"/>
          <p14:tracePt t="36422" x="2803525" y="2906713"/>
          <p14:tracePt t="36997" x="2811463" y="2906713"/>
          <p14:tracePt t="37016" x="2820988" y="2906713"/>
          <p14:tracePt t="37046" x="2828925" y="2906713"/>
          <p14:tracePt t="37057" x="2838450" y="2906713"/>
          <p14:tracePt t="37065" x="2846388" y="2906713"/>
          <p14:tracePt t="37086" x="2854325" y="2906713"/>
          <p14:tracePt t="37096" x="2863850" y="2906713"/>
          <p14:tracePt t="37107" x="2871788" y="2906713"/>
          <p14:tracePt t="37115" x="2879725" y="2906713"/>
          <p14:tracePt t="37126" x="2889250" y="2906713"/>
          <p14:tracePt t="37145" x="2905125" y="2906713"/>
          <p14:tracePt t="37155" x="2914650" y="2906713"/>
          <p14:tracePt t="37164" x="2930525" y="2906713"/>
          <p14:tracePt t="37175" x="2947988" y="2906713"/>
          <p14:tracePt t="37195" x="2965450" y="2906713"/>
          <p14:tracePt t="37205" x="2982913" y="2914650"/>
          <p14:tracePt t="37214" x="2990850" y="2914650"/>
          <p14:tracePt t="37226" x="3008313" y="2914650"/>
          <p14:tracePt t="37234" x="3016250" y="2914650"/>
          <p14:tracePt t="37244" x="3033713" y="2922588"/>
          <p14:tracePt t="37254" x="3041650" y="2922588"/>
          <p14:tracePt t="37263" x="3049588" y="2922588"/>
          <p14:tracePt t="37275" x="3067050" y="2922588"/>
          <p14:tracePt t="37284" x="3084513" y="2932113"/>
          <p14:tracePt t="37304" x="3092450" y="2932113"/>
          <p14:tracePt t="37313" x="3100388" y="2932113"/>
          <p14:tracePt t="37325" x="3109913" y="2932113"/>
          <p14:tracePt t="37334" x="3117850" y="2932113"/>
          <p14:tracePt t="37343" x="3127375" y="2940050"/>
          <p14:tracePt t="37355" x="3135313" y="2940050"/>
          <p14:tracePt t="37363" x="3143250" y="2940050"/>
          <p14:tracePt t="37374" x="3152775" y="2940050"/>
          <p14:tracePt t="37384" x="3160713" y="2949575"/>
          <p14:tracePt t="37392" x="3168650" y="2949575"/>
          <p14:tracePt t="37404" x="3186113" y="2957513"/>
          <p14:tracePt t="37423" x="3203575" y="2965450"/>
          <p14:tracePt t="37433" x="3211513" y="2965450"/>
          <p14:tracePt t="37442" x="3228975" y="2965450"/>
          <p14:tracePt t="37452" x="3244850" y="2965450"/>
          <p14:tracePt t="37473" x="3262313" y="2974975"/>
          <p14:tracePt t="37482" x="3279775" y="2974975"/>
          <p14:tracePt t="37492" x="3287713" y="2974975"/>
          <p14:tracePt t="37503" x="3305175" y="2982913"/>
          <p14:tracePt t="37512" x="3322638" y="2982913"/>
          <p14:tracePt t="37523" x="3330575" y="2982913"/>
          <p14:tracePt t="37532" x="3348038" y="2982913"/>
          <p14:tracePt t="37542" x="3355975" y="2990850"/>
          <p14:tracePt t="37552" x="3381375" y="2990850"/>
          <p14:tracePt t="37562" x="3398838" y="2990850"/>
          <p14:tracePt t="37572" x="3414713" y="2990850"/>
          <p14:tracePt t="37581" x="3432175" y="2990850"/>
          <p14:tracePt t="37591" x="3449638" y="2990850"/>
          <p14:tracePt t="37601" x="3467100" y="2990850"/>
          <p14:tracePt t="37611" x="3482975" y="2990850"/>
          <p14:tracePt t="37622" x="3492500" y="2990850"/>
          <p14:tracePt t="37631" x="3500438" y="2990850"/>
          <p14:tracePt t="37642" x="3517900" y="2990850"/>
          <p14:tracePt t="37651" x="3525838" y="2990850"/>
          <p14:tracePt t="37661" x="3533775" y="2990850"/>
          <p14:tracePt t="37671" x="3543300" y="2990850"/>
          <p14:tracePt t="37680" x="3551238" y="2990850"/>
          <p14:tracePt t="37692" x="3559175" y="2990850"/>
          <p14:tracePt t="37700" x="3568700" y="2990850"/>
          <p14:tracePt t="38136" x="3594100" y="2990850"/>
          <p14:tracePt t="38147" x="3619500" y="2990850"/>
          <p14:tracePt t="38157" x="3652838" y="2990850"/>
          <p14:tracePt t="38166" x="3695700" y="2990850"/>
          <p14:tracePt t="38176" x="3738563" y="2990850"/>
          <p14:tracePt t="38187" x="3781425" y="2990850"/>
          <p14:tracePt t="38196" x="3814763" y="2990850"/>
          <p14:tracePt t="38207" x="3840163" y="2990850"/>
          <p14:tracePt t="38216" x="3865563" y="2990850"/>
          <p14:tracePt t="38226" x="3883025" y="2990850"/>
          <p14:tracePt t="38237" x="3900488" y="2990850"/>
          <p14:tracePt t="38246" x="3908425" y="2990850"/>
          <p14:tracePt t="38257" x="3925888" y="2990850"/>
          <p14:tracePt t="38264" x="3933825" y="2990850"/>
          <p14:tracePt t="38275" x="3941763" y="2990850"/>
          <p14:tracePt t="38287" x="3951288" y="2990850"/>
          <p14:tracePt t="38295" x="3959225" y="2990850"/>
          <p14:tracePt t="38325" x="3967163" y="2990850"/>
          <p14:tracePt t="38375" x="3951288" y="2990850"/>
          <p14:tracePt t="38384" x="3781425" y="2990850"/>
          <p14:tracePt t="38394" x="3482975" y="2974975"/>
          <p14:tracePt t="38405" x="3186113" y="2957513"/>
          <p14:tracePt t="38414" x="2940050" y="2922588"/>
          <p14:tracePt t="38424" x="2786063" y="2922588"/>
          <p14:tracePt t="38434" x="2701925" y="2914650"/>
          <p14:tracePt t="38443" x="2659063" y="2914650"/>
          <p14:tracePt t="38454" x="2625725" y="2914650"/>
          <p14:tracePt t="38464" x="2590800" y="2914650"/>
          <p14:tracePt t="38474" x="2582863" y="2906713"/>
          <p14:tracePt t="38483" x="2565400" y="2906713"/>
          <p14:tracePt t="38493" x="2549525" y="2897188"/>
          <p14:tracePt t="38513" x="2540000" y="2897188"/>
          <p14:tracePt t="38523" x="2532063" y="2897188"/>
          <p14:tracePt t="38564" x="2524125" y="2897188"/>
          <p14:tracePt t="38642" x="2549525" y="2897188"/>
          <p14:tracePt t="38652" x="2565400" y="2897188"/>
          <p14:tracePt t="38662" x="2608263" y="2897188"/>
          <p14:tracePt t="38673" x="2659063" y="2897188"/>
          <p14:tracePt t="38682" x="2701925" y="2897188"/>
          <p14:tracePt t="38692" x="2735263" y="2897188"/>
          <p14:tracePt t="38704" x="2760663" y="2906713"/>
          <p14:tracePt t="38712" x="2778125" y="2906713"/>
          <p14:tracePt t="38722" x="2803525" y="2906713"/>
          <p14:tracePt t="38732" x="2820988" y="2914650"/>
          <p14:tracePt t="38741" x="2838450" y="2914650"/>
          <p14:tracePt t="38753" x="2863850" y="2922588"/>
          <p14:tracePt t="38761" x="2879725" y="2922588"/>
          <p14:tracePt t="38773" x="2905125" y="2932113"/>
          <p14:tracePt t="38780" x="2930525" y="2932113"/>
          <p14:tracePt t="38790" x="2955925" y="2932113"/>
          <p14:tracePt t="38803" x="2973388" y="2940050"/>
          <p14:tracePt t="38810" x="2990850" y="2940050"/>
          <p14:tracePt t="38821" x="3016250" y="2940050"/>
          <p14:tracePt t="38830" x="3024188" y="2940050"/>
          <p14:tracePt t="38840" x="3041650" y="2949575"/>
          <p14:tracePt t="38851" x="3049588" y="2949575"/>
          <p14:tracePt t="38871" x="3059113" y="2949575"/>
          <p14:tracePt t="38880" x="3067050" y="2949575"/>
          <p14:tracePt t="38910" x="3074988" y="2949575"/>
          <p14:tracePt t="38942" x="3084513" y="2949575"/>
          <p14:tracePt t="39169" x="3092450" y="2949575"/>
          <p14:tracePt t="39208" x="3100388" y="2949575"/>
          <p14:tracePt t="39219" x="3109913" y="2949575"/>
          <p14:tracePt t="39227" x="3117850" y="2949575"/>
          <p14:tracePt t="39238" x="3143250" y="2949575"/>
          <p14:tracePt t="39247" x="3178175" y="2949575"/>
          <p14:tracePt t="39256" x="3338513" y="2914650"/>
          <p14:tracePt t="39268" x="3543300" y="2897188"/>
          <p14:tracePt t="39277" x="3756025" y="2881313"/>
          <p14:tracePt t="39286" x="3873500" y="2871788"/>
          <p14:tracePt t="39297" x="3941763" y="2863850"/>
          <p14:tracePt t="39307" x="3984625" y="2863850"/>
          <p14:tracePt t="39318" x="4035425" y="2863850"/>
          <p14:tracePt t="39326" x="4078288" y="2863850"/>
          <p14:tracePt t="39337" x="4103688" y="2863850"/>
          <p14:tracePt t="39346" x="4137025" y="2863850"/>
          <p14:tracePt t="39356" x="4171950" y="2863850"/>
          <p14:tracePt t="39366" x="4197350" y="2863850"/>
          <p14:tracePt t="39375" x="4214813" y="2863850"/>
          <p14:tracePt t="39386" x="4240213" y="2863850"/>
          <p14:tracePt t="39396" x="4256088" y="2871788"/>
          <p14:tracePt t="39406" x="4265613" y="2871788"/>
          <p14:tracePt t="39416" x="4273550" y="2871788"/>
          <p14:tracePt t="39426" x="4291013" y="2871788"/>
          <p14:tracePt t="39446" x="4291013" y="2881313"/>
          <p14:tracePt t="39457" x="4298950" y="2881313"/>
          <p14:tracePt t="39466" x="4306888" y="2881313"/>
          <p14:tracePt t="39486" x="4306888" y="2889250"/>
          <p14:tracePt t="39515" x="4316413" y="2889250"/>
          <p14:tracePt t="39555" x="4324350" y="2889250"/>
          <p14:tracePt t="39585" x="4332288" y="2889250"/>
          <p14:tracePt t="39605" x="4332288" y="2897188"/>
          <p14:tracePt t="39694" x="4332288" y="2906713"/>
          <p14:tracePt t="39743" x="4332288" y="2914650"/>
          <p14:tracePt t="39793" x="4341813" y="2914650"/>
          <p14:tracePt t="39823" x="4341813" y="2922588"/>
          <p14:tracePt t="39862" x="4341813" y="2932113"/>
          <p14:tracePt t="41430" x="4332288" y="2940050"/>
          <p14:tracePt t="41440" x="4324350" y="2957513"/>
          <p14:tracePt t="41450" x="4281488" y="2982913"/>
          <p14:tracePt t="41459" x="4265613" y="3000375"/>
          <p14:tracePt t="41470" x="4240213" y="3016250"/>
          <p14:tracePt t="41478" x="4205288" y="3033713"/>
          <p14:tracePt t="41488" x="4179888" y="3051175"/>
          <p14:tracePt t="41499" x="4146550" y="3067050"/>
          <p14:tracePt t="41509" x="4121150" y="3084513"/>
          <p14:tracePt t="41520" x="4086225" y="3101975"/>
          <p14:tracePt t="41528" x="4060825" y="3109913"/>
          <p14:tracePt t="41538" x="4044950" y="3119438"/>
          <p14:tracePt t="41548" x="4010025" y="3127375"/>
          <p14:tracePt t="41558" x="3976688" y="3144838"/>
          <p14:tracePt t="41568" x="3925888" y="3160713"/>
          <p14:tracePt t="41578" x="3883025" y="3170238"/>
          <p14:tracePt t="41587" x="3832225" y="3178175"/>
          <p14:tracePt t="41600" x="3644900" y="3178175"/>
          <p14:tracePt t="41607" x="3467100" y="3178175"/>
          <p14:tracePt t="41617" x="3262313" y="3178175"/>
          <p14:tracePt t="41627" x="3135313" y="3178175"/>
          <p14:tracePt t="41638" x="3074988" y="3178175"/>
          <p14:tracePt t="41648" x="3008313" y="3178175"/>
          <p14:tracePt t="41657" x="2947988" y="3178175"/>
          <p14:tracePt t="41667" x="2905125" y="3178175"/>
          <p14:tracePt t="41676" x="2863850" y="3178175"/>
          <p14:tracePt t="41687" x="2828925" y="3178175"/>
          <p14:tracePt t="41697" x="2786063" y="3170238"/>
          <p14:tracePt t="41706" x="2752725" y="3160713"/>
          <p14:tracePt t="41719" x="2727325" y="3160713"/>
          <p14:tracePt t="41726" x="2693988" y="3152775"/>
          <p14:tracePt t="41737" x="2668588" y="3144838"/>
          <p14:tracePt t="41746" x="2641600" y="3144838"/>
          <p14:tracePt t="41756" x="2608263" y="3127375"/>
          <p14:tracePt t="41767" x="2574925" y="3119438"/>
          <p14:tracePt t="41777" x="2540000" y="3101975"/>
          <p14:tracePt t="41787" x="2489200" y="3076575"/>
          <p14:tracePt t="41796" x="2379663" y="3033713"/>
          <p14:tracePt t="41806" x="2200275" y="2965450"/>
          <p14:tracePt t="41818" x="2132013" y="2932113"/>
          <p14:tracePt t="41826" x="2081213" y="2914650"/>
          <p14:tracePt t="41837" x="2047875" y="2897188"/>
          <p14:tracePt t="41845" x="2022475" y="2889250"/>
          <p14:tracePt t="41855" x="2005013" y="2881313"/>
          <p14:tracePt t="41865" x="1997075" y="2871788"/>
          <p14:tracePt t="41876" x="1987550" y="2871788"/>
          <p14:tracePt t="41886" x="1971675" y="2871788"/>
          <p14:tracePt t="41905" x="1962150" y="2863850"/>
          <p14:tracePt t="41925" x="1954213" y="2863850"/>
          <p14:tracePt t="41935" x="1946275" y="2855913"/>
          <p14:tracePt t="41975" x="1936750" y="2846388"/>
          <p14:tracePt t="42004" x="1928813" y="2846388"/>
          <p14:tracePt t="42818" x="1928813" y="2838450"/>
          <p14:tracePt t="42887" x="1936750" y="2838450"/>
          <p14:tracePt t="42897" x="1946275" y="2838450"/>
          <p14:tracePt t="42907" x="1962150" y="2838450"/>
          <p14:tracePt t="42918" x="1987550" y="2838450"/>
          <p14:tracePt t="42926" x="2005013" y="2838450"/>
          <p14:tracePt t="42936" x="2038350" y="2838450"/>
          <p14:tracePt t="42947" x="2073275" y="2846388"/>
          <p14:tracePt t="42957" x="2098675" y="2846388"/>
          <p14:tracePt t="42967" x="2141538" y="2855913"/>
          <p14:tracePt t="42976" x="2182813" y="2863850"/>
          <p14:tracePt t="42986" x="2235200" y="2871788"/>
          <p14:tracePt t="42996" x="2293938" y="2881313"/>
          <p14:tracePt t="43005" x="2336800" y="2881313"/>
          <p14:tracePt t="43018" x="2370138" y="2889250"/>
          <p14:tracePt t="43025" x="2413000" y="2897188"/>
          <p14:tracePt t="43036" x="2455863" y="2897188"/>
          <p14:tracePt t="43046" x="2514600" y="2897188"/>
          <p14:tracePt t="43055" x="2557463" y="2906713"/>
          <p14:tracePt t="43065" x="2616200" y="2922588"/>
          <p14:tracePt t="43075" x="2668588" y="2922588"/>
          <p14:tracePt t="43086" x="2693988" y="2932113"/>
          <p14:tracePt t="43095" x="2719388" y="2932113"/>
          <p14:tracePt t="43105" x="2744788" y="2932113"/>
          <p14:tracePt t="43116" x="2752725" y="2932113"/>
          <p14:tracePt t="43126" x="2770188" y="2932113"/>
          <p14:tracePt t="43135" x="2786063" y="2932113"/>
          <p14:tracePt t="43145" x="2786063" y="2940050"/>
          <p14:tracePt t="43155" x="2803525" y="2940050"/>
          <p14:tracePt t="43166" x="2811463" y="2940050"/>
          <p14:tracePt t="43185" x="2820988" y="2949575"/>
          <p14:tracePt t="43195" x="2828925" y="2949575"/>
          <p14:tracePt t="43224" x="2838450" y="2957513"/>
          <p14:tracePt t="43235" x="2846388" y="2957513"/>
          <p14:tracePt t="43244" x="2854325" y="2957513"/>
          <p14:tracePt t="43285" x="2863850" y="2965450"/>
          <p14:tracePt t="43314" x="2871788" y="2965450"/>
          <p14:tracePt t="43830" x="2897188" y="2974975"/>
          <p14:tracePt t="43840" x="2930525" y="2974975"/>
          <p14:tracePt t="43849" x="2955925" y="2974975"/>
          <p14:tracePt t="43858" x="2990850" y="2974975"/>
          <p14:tracePt t="43869" x="3033713" y="2982913"/>
          <p14:tracePt t="43880" x="3067050" y="2982913"/>
          <p14:tracePt t="43901" x="3135313" y="3000375"/>
          <p14:tracePt t="43908" x="3168650" y="3008313"/>
          <p14:tracePt t="43920" x="3186113" y="3008313"/>
          <p14:tracePt t="43928" x="3211513" y="3016250"/>
          <p14:tracePt t="43937" x="3236913" y="3025775"/>
          <p14:tracePt t="43950" x="3254375" y="3025775"/>
          <p14:tracePt t="43957" x="3270250" y="3025775"/>
          <p14:tracePt t="43968" x="3287713" y="3033713"/>
          <p14:tracePt t="43977" x="3297238" y="3033713"/>
          <p14:tracePt t="43987" x="3313113" y="3033713"/>
          <p14:tracePt t="43998" x="3322638" y="3041650"/>
          <p14:tracePt t="44018" x="3338513" y="3041650"/>
          <p14:tracePt t="44027" x="3348038" y="3051175"/>
          <p14:tracePt t="44037" x="3355975" y="3051175"/>
          <p14:tracePt t="44048" x="3363913" y="3051175"/>
          <p14:tracePt t="44057" x="3373438" y="3051175"/>
          <p14:tracePt t="44068" x="3389313" y="3059113"/>
          <p14:tracePt t="44077" x="3406775" y="3059113"/>
          <p14:tracePt t="44087" x="3414713" y="3059113"/>
          <p14:tracePt t="44096" x="3441700" y="3059113"/>
          <p14:tracePt t="44107" x="3457575" y="3059113"/>
          <p14:tracePt t="44118" x="3467100" y="3059113"/>
          <p14:tracePt t="44126" x="3482975" y="3059113"/>
          <p14:tracePt t="44136" x="3500438" y="3067050"/>
          <p14:tracePt t="44156" x="3517900" y="3067050"/>
          <p14:tracePt t="44177" x="3533775" y="3076575"/>
          <p14:tracePt t="44186" x="3543300" y="3076575"/>
          <p14:tracePt t="44196" x="3551238" y="3076575"/>
          <p14:tracePt t="44206" x="3559175" y="3076575"/>
          <p14:tracePt t="44215" x="3568700" y="3076575"/>
          <p14:tracePt t="44225" x="3576638" y="3076575"/>
          <p14:tracePt t="44235" x="3586163" y="3076575"/>
          <p14:tracePt t="44245" x="3594100" y="3076575"/>
          <p14:tracePt t="45108" x="3619500" y="3076575"/>
          <p14:tracePt t="45118" x="3644900" y="3067050"/>
          <p14:tracePt t="45128" x="3678238" y="3059113"/>
          <p14:tracePt t="45138" x="3695700" y="3059113"/>
          <p14:tracePt t="45148" x="3721100" y="3051175"/>
          <p14:tracePt t="45158" x="3746500" y="3041650"/>
          <p14:tracePt t="45167" x="3781425" y="3033713"/>
          <p14:tracePt t="45179" x="3814763" y="3033713"/>
          <p14:tracePt t="45188" x="3857625" y="3033713"/>
          <p14:tracePt t="45198" x="3890963" y="3025775"/>
          <p14:tracePt t="45207" x="3908425" y="3025775"/>
          <p14:tracePt t="45217" x="3941763" y="3025775"/>
          <p14:tracePt t="45228" x="3967163" y="3025775"/>
          <p14:tracePt t="45237" x="4002088" y="3016250"/>
          <p14:tracePt t="45247" x="4017963" y="3016250"/>
          <p14:tracePt t="45256" x="4052888" y="3016250"/>
          <p14:tracePt t="45267" x="4086225" y="3016250"/>
          <p14:tracePt t="45277" x="4103688" y="3016250"/>
          <p14:tracePt t="45287" x="4129088" y="3016250"/>
          <p14:tracePt t="45297" x="4154488" y="3016250"/>
          <p14:tracePt t="45306" x="4162425" y="3016250"/>
          <p14:tracePt t="45317" x="4187825" y="3016250"/>
          <p14:tracePt t="45327" x="4214813" y="3016250"/>
          <p14:tracePt t="45336" x="4222750" y="3025775"/>
          <p14:tracePt t="45347" x="4248150" y="3025775"/>
          <p14:tracePt t="45356" x="4265613" y="3033713"/>
          <p14:tracePt t="45367" x="4291013" y="3041650"/>
          <p14:tracePt t="45376" x="4298950" y="3051175"/>
          <p14:tracePt t="45386" x="4316413" y="3051175"/>
          <p14:tracePt t="45396" x="4332288" y="3059113"/>
          <p14:tracePt t="45417" x="4349750" y="3059113"/>
          <p14:tracePt t="45425" x="4359275" y="3059113"/>
          <p14:tracePt t="45435" x="4367213" y="3067050"/>
          <p14:tracePt t="45447" x="4384675" y="3076575"/>
          <p14:tracePt t="45455" x="4392613" y="3076575"/>
          <p14:tracePt t="45467" x="4400550" y="3084513"/>
          <p14:tracePt t="45475" x="4418013" y="3084513"/>
          <p14:tracePt t="45484" x="4425950" y="3094038"/>
          <p14:tracePt t="45495" x="4443413" y="3094038"/>
          <p14:tracePt t="45505" x="4451350" y="3094038"/>
          <p14:tracePt t="45515" x="4460875" y="3094038"/>
          <p14:tracePt t="45525" x="4468813" y="3101975"/>
          <p14:tracePt t="45535" x="4476750" y="3101975"/>
          <p14:tracePt t="45545" x="4486275" y="3109913"/>
          <p14:tracePt t="45554" x="4494213" y="3109913"/>
          <p14:tracePt t="45564" x="4503738" y="3109913"/>
          <p14:tracePt t="45584" x="4511675" y="3119438"/>
          <p14:tracePt t="45594" x="4529138" y="3119438"/>
          <p14:tracePt t="45614" x="4537075" y="3119438"/>
          <p14:tracePt t="45624" x="4545013" y="3119438"/>
          <p14:tracePt t="45643" x="4554538" y="3119438"/>
          <p14:tracePt t="45653" x="4562475" y="3119438"/>
          <p14:tracePt t="45674" x="4570413" y="3119438"/>
          <p14:tracePt t="45723" x="4579938" y="3119438"/>
          <p14:tracePt t="45753" x="4587875" y="3119438"/>
          <p14:tracePt t="46072" x="4587875" y="3127375"/>
          <p14:tracePt t="46120" x="4587875" y="3135313"/>
          <p14:tracePt t="46130" x="4579938" y="3135313"/>
          <p14:tracePt t="46140" x="4554538" y="3144838"/>
          <p14:tracePt t="46151" x="4400550" y="3178175"/>
          <p14:tracePt t="46160" x="3916363" y="3254375"/>
          <p14:tracePt t="46170" x="3389313" y="3314700"/>
          <p14:tracePt t="46179" x="2940050" y="3373438"/>
          <p14:tracePt t="46190" x="2651125" y="3390900"/>
          <p14:tracePt t="46201" x="2344738" y="3424238"/>
          <p14:tracePt t="46208" x="2116138" y="3424238"/>
          <p14:tracePt t="46218" x="1911350" y="3424238"/>
          <p14:tracePt t="46230" x="1698625" y="3441700"/>
          <p14:tracePt t="46239" x="1520825" y="3449638"/>
          <p14:tracePt t="46250" x="1470025" y="3449638"/>
          <p14:tracePt t="46259" x="1427163" y="3449638"/>
          <p14:tracePt t="46269" x="1393825" y="3449638"/>
          <p14:tracePt t="46279" x="1376363" y="3459163"/>
          <p14:tracePt t="46289" x="1350963" y="3459163"/>
          <p14:tracePt t="46300" x="1325563" y="3459163"/>
          <p14:tracePt t="46308" x="1317625" y="3459163"/>
          <p14:tracePt t="46318" x="1300163" y="3459163"/>
          <p14:tracePt t="46329" x="1290638" y="3459163"/>
          <p14:tracePt t="46338" x="1274763" y="3459163"/>
          <p14:tracePt t="46350" x="1257300" y="3459163"/>
          <p14:tracePt t="46368" x="1239838" y="3459163"/>
          <p14:tracePt t="46380" x="1231900" y="3459163"/>
          <p14:tracePt t="46398" x="1223963" y="3459163"/>
          <p14:tracePt t="46408" x="1214438" y="3459163"/>
          <p14:tracePt t="46428" x="1206500" y="3459163"/>
          <p14:tracePt t="46438" x="1198563" y="3459163"/>
          <p14:tracePt t="46447" x="1189038" y="3459163"/>
          <p14:tracePt t="46477" x="1181100" y="3459163"/>
          <p14:tracePt t="46496" x="1173163" y="3459163"/>
          <p14:tracePt t="46527" x="1173163" y="3449638"/>
          <p14:tracePt t="46566" x="1173163" y="3441700"/>
          <p14:tracePt t="46597" x="1173163" y="3433763"/>
          <p14:tracePt t="46616" x="1181100" y="3433763"/>
          <p14:tracePt t="46655" x="1189038" y="3433763"/>
          <p14:tracePt t="46695" x="1198563" y="3433763"/>
          <p14:tracePt t="46735" x="1206500" y="3433763"/>
          <p14:tracePt t="46973" x="1214438" y="3433763"/>
          <p14:tracePt t="46983" x="1223963" y="3433763"/>
          <p14:tracePt t="46993" x="1223963" y="3424238"/>
          <p14:tracePt t="47002" x="1239838" y="3424238"/>
          <p14:tracePt t="47014" x="1274763" y="3424238"/>
          <p14:tracePt t="47022" x="1308100" y="3416300"/>
          <p14:tracePt t="47033" x="1427163" y="3416300"/>
          <p14:tracePt t="47042" x="1631950" y="3408363"/>
          <p14:tracePt t="47052" x="1835150" y="3390900"/>
          <p14:tracePt t="47062" x="2022475" y="3373438"/>
          <p14:tracePt t="47071" x="2065338" y="3373438"/>
          <p14:tracePt t="47082" x="2106613" y="3373438"/>
          <p14:tracePt t="47092" x="2141538" y="3373438"/>
          <p14:tracePt t="47102" x="2182813" y="3373438"/>
          <p14:tracePt t="47112" x="2217738" y="3373438"/>
          <p14:tracePt t="47121" x="2251075" y="3373438"/>
          <p14:tracePt t="47133" x="2293938" y="3382963"/>
          <p14:tracePt t="47141" x="2327275" y="3390900"/>
          <p14:tracePt t="47151" x="2387600" y="3398838"/>
          <p14:tracePt t="47162" x="2446338" y="3424238"/>
          <p14:tracePt t="47171" x="2489200" y="3433763"/>
          <p14:tracePt t="47183" x="2524125" y="3441700"/>
          <p14:tracePt t="47190" x="2557463" y="3449638"/>
          <p14:tracePt t="47200" x="2582863" y="3459163"/>
          <p14:tracePt t="47212" x="2616200" y="3467100"/>
          <p14:tracePt t="47221" x="2633663" y="3475038"/>
          <p14:tracePt t="47233" x="2668588" y="3484563"/>
          <p14:tracePt t="47241" x="2693988" y="3484563"/>
          <p14:tracePt t="47250" x="2727325" y="3492500"/>
          <p14:tracePt t="47263" x="2744788" y="3492500"/>
          <p14:tracePt t="47271" x="2770188" y="3492500"/>
          <p14:tracePt t="47281" x="2795588" y="3492500"/>
          <p14:tracePt t="47290" x="2811463" y="3502025"/>
          <p14:tracePt t="47300" x="2838450" y="3502025"/>
          <p14:tracePt t="47312" x="2854325" y="3502025"/>
          <p14:tracePt t="47319" x="2863850" y="3509963"/>
          <p14:tracePt t="47331" x="2879725" y="3509963"/>
          <p14:tracePt t="47340" x="2897188" y="3509963"/>
          <p14:tracePt t="47348" x="2905125" y="3509963"/>
          <p14:tracePt t="47360" x="2914650" y="3517900"/>
          <p14:tracePt t="47370" x="2922588" y="3517900"/>
          <p14:tracePt t="47379" x="2930525" y="3517900"/>
          <p14:tracePt t="47389" x="2940050" y="3527425"/>
          <p14:tracePt t="47399" x="2947988" y="3527425"/>
          <p14:tracePt t="47410" x="2955925" y="3527425"/>
          <p14:tracePt t="47419" x="2965450" y="3527425"/>
          <p14:tracePt t="47429" x="2973388" y="3527425"/>
          <p14:tracePt t="47438" x="2982913" y="3527425"/>
          <p14:tracePt t="47448" x="2998788" y="3527425"/>
          <p14:tracePt t="47458" x="3008313" y="3535363"/>
          <p14:tracePt t="47468" x="3024188" y="3535363"/>
          <p14:tracePt t="47478" x="3041650" y="3535363"/>
          <p14:tracePt t="47488" x="3049588" y="3543300"/>
          <p14:tracePt t="47498" x="3059113" y="3543300"/>
          <p14:tracePt t="47509" x="3074988" y="3543300"/>
          <p14:tracePt t="47518" x="3084513" y="3543300"/>
          <p14:tracePt t="47528" x="3092450" y="3552825"/>
          <p14:tracePt t="47538" x="3100388" y="3552825"/>
          <p14:tracePt t="47548" x="3117850" y="3552825"/>
          <p14:tracePt t="47557" x="3127375" y="3552825"/>
          <p14:tracePt t="47567" x="3135313" y="3560763"/>
          <p14:tracePt t="47578" x="3152775" y="3560763"/>
          <p14:tracePt t="47587" x="3160713" y="3560763"/>
          <p14:tracePt t="47599" x="3168650" y="3560763"/>
          <p14:tracePt t="47608" x="3178175" y="3560763"/>
          <p14:tracePt t="47618" x="3186113" y="3560763"/>
          <p14:tracePt t="47629" x="3194050" y="3560763"/>
          <p14:tracePt t="47637" x="3203575" y="3568700"/>
          <p14:tracePt t="47657" x="3211513" y="3568700"/>
          <p14:tracePt t="47667" x="3228975" y="3568700"/>
          <p14:tracePt t="47678" x="3228975" y="3578225"/>
          <p14:tracePt t="47697" x="3236913" y="3578225"/>
          <p14:tracePt t="47706" x="3244850" y="3578225"/>
          <p14:tracePt t="47726" x="3254375" y="3578225"/>
          <p14:tracePt t="47747" x="3262313" y="3586163"/>
          <p14:tracePt t="47756" x="3270250" y="3586163"/>
          <p14:tracePt t="47777" x="3270250" y="3594100"/>
          <p14:tracePt t="47786" x="3279775" y="3594100"/>
          <p14:tracePt t="47805" x="3287713" y="3594100"/>
          <p14:tracePt t="47815" x="3287713" y="3603625"/>
          <p14:tracePt t="49193" x="3611563" y="3355975"/>
          <p14:tracePt t="49203" x="4095750" y="3067050"/>
          <p14:tracePt t="49214" x="4656138" y="2805113"/>
          <p14:tracePt t="49223" x="5003800" y="2693988"/>
          <p14:tracePt t="49234" x="5403850" y="2582863"/>
          <p14:tracePt t="49244" x="5794375" y="2524125"/>
          <p14:tracePt t="49254" x="6142038" y="2506663"/>
          <p14:tracePt t="49264" x="6465888" y="2489200"/>
          <p14:tracePt t="49274" x="6729413" y="2489200"/>
          <p14:tracePt t="49284" x="7000875" y="2498725"/>
          <p14:tracePt t="49293" x="7246938" y="2549525"/>
          <p14:tracePt t="49302" x="7442200" y="2592388"/>
          <p14:tracePt t="49313" x="7612063" y="2625725"/>
          <p14:tracePt t="49323" x="7688263" y="2651125"/>
          <p14:tracePt t="49332" x="7723188" y="2668588"/>
          <p14:tracePt t="49343" x="7756525" y="2686050"/>
          <p14:tracePt t="49352" x="7781925" y="2693988"/>
          <p14:tracePt t="49364" x="7799388" y="2701925"/>
          <p14:tracePt t="49372" x="7807325" y="2711450"/>
          <p14:tracePt t="49381" x="7807325" y="2719388"/>
          <p14:tracePt t="49392" x="7816850" y="2727325"/>
          <p14:tracePt t="49422" x="7807325" y="2752725"/>
          <p14:tracePt t="49431" x="7688263" y="2838450"/>
          <p14:tracePt t="49443" x="7315200" y="3094038"/>
          <p14:tracePt t="49451" x="7000875" y="3279775"/>
          <p14:tracePt t="49464" x="6780213" y="3408363"/>
          <p14:tracePt t="49470" x="6729413" y="3424238"/>
          <p14:tracePt t="49481" x="6694488" y="3449638"/>
          <p14:tracePt t="49493" x="6669088" y="3459163"/>
          <p14:tracePt t="49502" x="6653213" y="3467100"/>
          <p14:tracePt t="49521" x="6653213" y="3475038"/>
          <p14:tracePt t="49532" x="6643688" y="3475038"/>
          <p14:tracePt t="49551" x="6643688" y="3484563"/>
          <p14:tracePt t="49582" x="6653213" y="3484563"/>
          <p14:tracePt t="49591" x="6686550" y="3484563"/>
          <p14:tracePt t="49600" x="6729413" y="3484563"/>
          <p14:tracePt t="49611" x="6788150" y="3484563"/>
          <p14:tracePt t="49622" x="6813550" y="3484563"/>
          <p14:tracePt t="49631" x="6848475" y="3492500"/>
          <p14:tracePt t="49642" x="6864350" y="3492500"/>
          <p14:tracePt t="49650" x="6881813" y="3502025"/>
          <p14:tracePt t="49669" x="6889750" y="3502025"/>
          <p14:tracePt t="49680" x="6889750" y="3509963"/>
          <p14:tracePt t="49690" x="6899275" y="3509963"/>
          <p14:tracePt t="49700" x="6899275" y="3527425"/>
          <p14:tracePt t="49720" x="6889750" y="3543300"/>
          <p14:tracePt t="49740" x="6873875" y="3560763"/>
          <p14:tracePt t="49750" x="6864350" y="3568700"/>
          <p14:tracePt t="49760" x="6864350" y="3578225"/>
          <p14:tracePt t="49770" x="6856413" y="3578225"/>
          <p14:tracePt t="49789" x="6848475" y="3586163"/>
          <p14:tracePt t="49820" x="6848475" y="3594100"/>
          <p14:tracePt t="49829" x="6838950" y="3594100"/>
          <p14:tracePt t="50305" x="6831013" y="3594100"/>
          <p14:tracePt t="50325" x="6831013" y="3586163"/>
          <p14:tracePt t="50345" x="6823075" y="3568700"/>
          <p14:tracePt t="50354" x="6823075" y="3543300"/>
          <p14:tracePt t="50364" x="6823075" y="3517900"/>
          <p14:tracePt t="50374" x="6813550" y="3467100"/>
          <p14:tracePt t="50383" x="6813550" y="3279775"/>
          <p14:tracePt t="50395" x="6813550" y="3101975"/>
          <p14:tracePt t="50404" x="6813550" y="3016250"/>
          <p14:tracePt t="50413" x="6813550" y="2974975"/>
          <p14:tracePt t="50425" x="6813550" y="2922588"/>
          <p14:tracePt t="50434" x="6823075" y="2881313"/>
          <p14:tracePt t="50444" x="6831013" y="2838450"/>
          <p14:tracePt t="50453" x="6848475" y="2795588"/>
          <p14:tracePt t="50463" x="6873875" y="2752725"/>
          <p14:tracePt t="50473" x="6899275" y="2711450"/>
          <p14:tracePt t="50483" x="6924675" y="2668588"/>
          <p14:tracePt t="50494" x="6950075" y="2617788"/>
          <p14:tracePt t="50502" x="6967538" y="2592388"/>
          <p14:tracePt t="50513" x="6975475" y="2566988"/>
          <p14:tracePt t="50523" x="6983413" y="2549525"/>
          <p14:tracePt t="50532" x="6992938" y="2532063"/>
          <p14:tracePt t="50542" x="7000875" y="2516188"/>
          <p14:tracePt t="50552" x="7000875" y="2506663"/>
          <p14:tracePt t="50563" x="7008813" y="2481263"/>
          <p14:tracePt t="50909" x="7034213" y="2481263"/>
          <p14:tracePt t="50918" x="7051675" y="2481263"/>
          <p14:tracePt t="50929" x="7077075" y="2489200"/>
          <p14:tracePt t="50939" x="7112000" y="2489200"/>
          <p14:tracePt t="50949" x="7145338" y="2498725"/>
          <p14:tracePt t="50960" x="7188200" y="2506663"/>
          <p14:tracePt t="50968" x="7239000" y="2516188"/>
          <p14:tracePt t="50979" x="7264400" y="2524125"/>
          <p14:tracePt t="50989" x="7315200" y="2532063"/>
          <p14:tracePt t="50999" x="7366000" y="2549525"/>
          <p14:tracePt t="51009" x="7391400" y="2557463"/>
          <p14:tracePt t="51018" x="7416800" y="2574925"/>
          <p14:tracePt t="51029" x="7451725" y="2592388"/>
          <p14:tracePt t="51037" x="7485063" y="2600325"/>
          <p14:tracePt t="51049" x="7518400" y="2617788"/>
          <p14:tracePt t="51058" x="7553325" y="2633663"/>
          <p14:tracePt t="51068" x="7586663" y="2651125"/>
          <p14:tracePt t="51079" x="7629525" y="2668588"/>
          <p14:tracePt t="51088" x="7662863" y="2686050"/>
          <p14:tracePt t="51098" x="7680325" y="2693988"/>
          <p14:tracePt t="51107" x="7715250" y="2711450"/>
          <p14:tracePt t="51118" x="7756525" y="2727325"/>
          <p14:tracePt t="51128" x="7773988" y="2736850"/>
          <p14:tracePt t="51138" x="7799388" y="2744788"/>
          <p14:tracePt t="51147" x="7816850" y="2762250"/>
          <p14:tracePt t="51159" x="7832725" y="2770188"/>
          <p14:tracePt t="51167" x="7842250" y="2770188"/>
          <p14:tracePt t="51178" x="7850188" y="2770188"/>
          <p14:tracePt t="51187" x="7859713" y="2778125"/>
          <p14:tracePt t="51207" x="7859713" y="2787650"/>
          <p14:tracePt t="51494" x="7900988" y="2787650"/>
          <p14:tracePt t="51504" x="7961313" y="2787650"/>
          <p14:tracePt t="51515" x="8012113" y="2787650"/>
          <p14:tracePt t="51524" x="8062913" y="2778125"/>
          <p14:tracePt t="51533" x="8105775" y="2778125"/>
          <p14:tracePt t="51544" x="8147050" y="2778125"/>
          <p14:tracePt t="51553" x="8174038" y="2778125"/>
          <p14:tracePt t="51564" x="8189913" y="2778125"/>
          <p14:tracePt t="51574" x="8215313" y="2787650"/>
          <p14:tracePt t="51584" x="8232775" y="2795588"/>
          <p14:tracePt t="51595" x="8250238" y="2795588"/>
          <p14:tracePt t="51603" x="8258175" y="2795588"/>
          <p14:tracePt t="51613" x="8266113" y="2805113"/>
          <p14:tracePt t="51624" x="8275638" y="2805113"/>
          <p14:tracePt t="51633" x="8275638" y="2813050"/>
          <p14:tracePt t="51644" x="8291513" y="2813050"/>
          <p14:tracePt t="51653" x="8301038" y="2820988"/>
          <p14:tracePt t="51673" x="8308975" y="2820988"/>
          <p14:tracePt t="51683" x="8326438" y="2830513"/>
          <p14:tracePt t="51694" x="8326438" y="2838450"/>
          <p14:tracePt t="51703" x="8343900" y="2846388"/>
          <p14:tracePt t="51712" x="8359775" y="2846388"/>
          <p14:tracePt t="51723" x="8369300" y="2855913"/>
          <p14:tracePt t="51732" x="8385175" y="2863850"/>
          <p14:tracePt t="51743" x="8394700" y="2871788"/>
          <p14:tracePt t="51752" x="8402638" y="2881313"/>
          <p14:tracePt t="51762" x="8420100" y="2881313"/>
          <p14:tracePt t="51771" x="8428038" y="2889250"/>
          <p14:tracePt t="51793" x="8435975" y="2897188"/>
          <p14:tracePt t="51801" x="8445500" y="2906713"/>
          <p14:tracePt t="51811" x="8453438" y="2906713"/>
          <p14:tracePt t="51832" x="8453438" y="2914650"/>
          <p14:tracePt t="51842" x="8462963" y="2922588"/>
          <p14:tracePt t="51862" x="8470900" y="2932113"/>
          <p14:tracePt t="51893" x="8470900" y="2949575"/>
          <p14:tracePt t="51921" x="8478838" y="2949575"/>
          <p14:tracePt t="51940" x="8478838" y="2957513"/>
          <p14:tracePt t="51982" x="8478838" y="2965450"/>
          <p14:tracePt t="52912" x="8496300" y="2957513"/>
          <p14:tracePt t="52922" x="8539163" y="2932113"/>
          <p14:tracePt t="52932" x="8572500" y="2914650"/>
          <p14:tracePt t="52943" x="8623300" y="2881313"/>
          <p14:tracePt t="52951" x="8674100" y="2871788"/>
          <p14:tracePt t="52961" x="8709025" y="2855913"/>
          <p14:tracePt t="52973" x="8742363" y="2846388"/>
          <p14:tracePt t="52982" x="8767763" y="2838450"/>
          <p14:tracePt t="52994" x="8802688" y="2838450"/>
          <p14:tracePt t="53002" x="8828088" y="2830513"/>
          <p14:tracePt t="53011" x="8861425" y="2830513"/>
          <p14:tracePt t="53021" x="8886825" y="2830513"/>
          <p14:tracePt t="53031" x="8912225" y="2830513"/>
          <p14:tracePt t="53043" x="8947150" y="2830513"/>
          <p14:tracePt t="53051" x="8972550" y="2838450"/>
          <p14:tracePt t="53061" x="8988425" y="2846388"/>
          <p14:tracePt t="53071" x="9013825" y="2846388"/>
          <p14:tracePt t="53080" x="9039225" y="2863850"/>
          <p14:tracePt t="53092" x="9064625" y="2871788"/>
          <p14:tracePt t="53101" x="9074150" y="2881313"/>
          <p14:tracePt t="53111" x="9099550" y="2889250"/>
          <p14:tracePt t="53121" x="9117013" y="2889250"/>
          <p14:tracePt t="53131" x="9132888" y="2897188"/>
          <p14:tracePt t="53140" x="9142413" y="2906713"/>
          <p14:tracePt t="53150" x="9150350" y="2914650"/>
          <p14:tracePt t="53160" x="9158288" y="2922588"/>
          <p14:tracePt t="53170" x="9167813" y="2922588"/>
          <p14:tracePt t="53180" x="9175750" y="2932113"/>
          <p14:tracePt t="53189" x="9183688" y="2940050"/>
          <p14:tracePt t="53211" x="9201150" y="2949575"/>
          <p14:tracePt t="53220" x="9218613" y="2949575"/>
          <p14:tracePt t="53230" x="9226550" y="2957513"/>
          <p14:tracePt t="53240" x="9244013" y="2974975"/>
          <p14:tracePt t="53250" x="9269413" y="2982913"/>
          <p14:tracePt t="53260" x="9294813" y="2990850"/>
          <p14:tracePt t="53270" x="9312275" y="3000375"/>
          <p14:tracePt t="53280" x="9345613" y="3008313"/>
          <p14:tracePt t="53290" x="9371013" y="3016250"/>
          <p14:tracePt t="53299" x="9396413" y="3016250"/>
          <p14:tracePt t="53310" x="9405938" y="3016250"/>
          <p14:tracePt t="53319" x="9431338" y="3016250"/>
          <p14:tracePt t="53329" x="9456738" y="3025775"/>
          <p14:tracePt t="53340" x="9464675" y="3025775"/>
          <p14:tracePt t="53348" x="9482138" y="3033713"/>
          <p14:tracePt t="53360" x="9498013" y="3033713"/>
          <p14:tracePt t="53379" x="9515475" y="3033713"/>
          <p14:tracePt t="53389" x="9523413" y="3041650"/>
          <p14:tracePt t="53410" x="9532938" y="3041650"/>
          <p14:tracePt t="53418" x="9540875" y="3041650"/>
          <p14:tracePt t="53448" x="9550400" y="3041650"/>
          <p14:tracePt t="53468" x="9558338" y="3041650"/>
          <p14:tracePt t="53497" x="9566275" y="3041650"/>
          <p14:tracePt t="54470" x="9405938" y="3051175"/>
          <p14:tracePt t="54480" x="8886825" y="3067050"/>
          <p14:tracePt t="54489" x="8308975" y="3067050"/>
          <p14:tracePt t="54498" x="7824788" y="3067050"/>
          <p14:tracePt t="54510" x="7332663" y="3059113"/>
          <p14:tracePt t="54520" x="6838950" y="3059113"/>
          <p14:tracePt t="54529" x="6311900" y="3084513"/>
          <p14:tracePt t="54539" x="5845175" y="3144838"/>
          <p14:tracePt t="54550" x="5421313" y="3203575"/>
          <p14:tracePt t="54559" x="5080000" y="3271838"/>
          <p14:tracePt t="54569" x="4833938" y="3322638"/>
          <p14:tracePt t="54579" x="4630738" y="3382963"/>
          <p14:tracePt t="54590" x="4570413" y="3390900"/>
          <p14:tracePt t="54599" x="4537075" y="3398838"/>
          <p14:tracePt t="54610" x="4503738" y="3408363"/>
          <p14:tracePt t="54618" x="4486275" y="3416300"/>
          <p14:tracePt t="54628" x="4476750" y="3416300"/>
          <p14:tracePt t="54638" x="4468813" y="3416300"/>
          <p14:tracePt t="54658" x="4460875" y="3416300"/>
          <p14:tracePt t="54827" x="4460875" y="3408363"/>
          <p14:tracePt t="54837" x="4468813" y="3408363"/>
          <p14:tracePt t="54847" x="4476750" y="3408363"/>
          <p14:tracePt t="54857" x="4486275" y="3408363"/>
          <p14:tracePt t="54866" x="4503738" y="3398838"/>
          <p14:tracePt t="54875" x="4511675" y="3398838"/>
          <p14:tracePt t="54888" x="4529138" y="3390900"/>
          <p14:tracePt t="54907" x="4587875" y="3382963"/>
          <p14:tracePt t="54916" x="4613275" y="3382963"/>
          <p14:tracePt t="54926" x="4646613" y="3373438"/>
          <p14:tracePt t="54936" x="4689475" y="3373438"/>
          <p14:tracePt t="54945" x="4749800" y="3373438"/>
          <p14:tracePt t="54956" x="4808538" y="3365500"/>
          <p14:tracePt t="54966" x="4894263" y="3365500"/>
          <p14:tracePt t="54976" x="4953000" y="3365500"/>
          <p14:tracePt t="54985" x="4987925" y="3365500"/>
          <p14:tracePt t="54994" x="5013325" y="3365500"/>
          <p14:tracePt t="55005" x="5038725" y="3365500"/>
          <p14:tracePt t="55015" x="5054600" y="3365500"/>
          <p14:tracePt t="55025" x="5064125" y="3365500"/>
          <p14:tracePt t="55034" x="5072063" y="3365500"/>
          <p14:tracePt t="55044" x="5080000" y="3365500"/>
          <p14:tracePt t="55055" x="5089525" y="3365500"/>
          <p14:tracePt t="55084" x="5097463" y="3365500"/>
          <p14:tracePt t="55094" x="5097463" y="3373438"/>
          <p14:tracePt t="55114" x="5106988" y="3373438"/>
          <p14:tracePt t="55133" x="5106988" y="3382963"/>
          <p14:tracePt t="55143" x="5114925" y="3382963"/>
          <p14:tracePt t="55163" x="5122863" y="3390900"/>
          <p14:tracePt t="55184" x="5132388" y="3390900"/>
          <p14:tracePt t="55442" x="5165725" y="3390900"/>
          <p14:tracePt t="55451" x="5360988" y="3398838"/>
          <p14:tracePt t="55461" x="5649913" y="3398838"/>
          <p14:tracePt t="55471" x="5921375" y="3416300"/>
          <p14:tracePt t="55481" x="6261100" y="3416300"/>
          <p14:tracePt t="55491" x="6559550" y="3433763"/>
          <p14:tracePt t="55500" x="6856413" y="3449638"/>
          <p14:tracePt t="55510" x="7094538" y="3467100"/>
          <p14:tracePt t="55520" x="7307263" y="3475038"/>
          <p14:tracePt t="55531" x="7493000" y="3502025"/>
          <p14:tracePt t="55541" x="7545388" y="3509963"/>
          <p14:tracePt t="55550" x="7604125" y="3527425"/>
          <p14:tracePt t="55560" x="7637463" y="3543300"/>
          <p14:tracePt t="55571" x="7672388" y="3552825"/>
          <p14:tracePt t="55580" x="7688263" y="3560763"/>
          <p14:tracePt t="55591" x="7705725" y="3568700"/>
          <p14:tracePt t="55600" x="7731125" y="3578225"/>
          <p14:tracePt t="55610" x="7748588" y="3578225"/>
          <p14:tracePt t="55620" x="7748588" y="3594100"/>
          <p14:tracePt t="55629" x="7766050" y="3594100"/>
          <p14:tracePt t="55640" x="7781925" y="3611563"/>
          <p14:tracePt t="55650" x="7799388" y="3619500"/>
          <p14:tracePt t="55659" x="7807325" y="3619500"/>
          <p14:tracePt t="55672" x="7832725" y="3629025"/>
          <p14:tracePt t="55679" x="7850188" y="3646488"/>
          <p14:tracePt t="55691" x="7859713" y="3654425"/>
          <p14:tracePt t="55700" x="7875588" y="3662363"/>
          <p14:tracePt t="55709" x="7885113" y="3671888"/>
          <p14:tracePt t="55721" x="7893050" y="3671888"/>
          <p14:tracePt t="55729" x="7900988" y="3679825"/>
          <p14:tracePt t="55740" x="7918450" y="3687763"/>
          <p14:tracePt t="55749" x="7918450" y="3697288"/>
          <p14:tracePt t="55758" x="7926388" y="3697288"/>
          <p14:tracePt t="55769" x="7935913" y="3697288"/>
          <p14:tracePt t="55778" x="7935913" y="3705225"/>
          <p14:tracePt t="55788" x="7943850" y="3705225"/>
          <p14:tracePt t="55799" x="7943850" y="3713163"/>
          <p14:tracePt t="55819" x="7951788" y="3713163"/>
          <p14:tracePt t="55918" x="7943850" y="3705225"/>
          <p14:tracePt t="55927" x="7935913" y="3705225"/>
          <p14:tracePt t="55937" x="7926388" y="3697288"/>
          <p14:tracePt t="55958" x="7926388" y="3687763"/>
          <p14:tracePt t="55977" x="7918450" y="3687763"/>
          <p14:tracePt t="55986" x="7918450" y="3679825"/>
          <p14:tracePt t="55996" x="7910513" y="3679825"/>
          <p14:tracePt t="56046" x="7910513" y="3671888"/>
          <p14:tracePt t="56067" x="7900988" y="3671888"/>
          <p14:tracePt t="56076" x="7900988" y="3662363"/>
          <p14:tracePt t="56106" x="7900988" y="3654425"/>
          <p14:tracePt t="56115" x="7900988" y="3646488"/>
          <p14:tracePt t="56125" x="7900988" y="3636963"/>
          <p14:tracePt t="56145" x="7900988" y="3629025"/>
          <p14:tracePt t="56156" x="7900988" y="3619500"/>
          <p14:tracePt t="56175" x="7900988" y="3611563"/>
          <p14:tracePt t="56185" x="7900988" y="3603625"/>
          <p14:tracePt t="56195" x="7900988" y="3594100"/>
          <p14:tracePt t="56225" x="7900988" y="3586163"/>
          <p14:tracePt t="56235" x="7900988" y="3578225"/>
          <p14:tracePt t="56294" x="7900988" y="3568700"/>
          <p14:tracePt t="56333" x="7900988" y="3560763"/>
          <p14:tracePt t="56422" x="7900988" y="3552825"/>
          <p14:tracePt t="56452" x="7893050" y="3552825"/>
          <p14:tracePt t="56463" x="7893050" y="3543300"/>
          <p14:tracePt t="56473" x="7893050" y="3535363"/>
          <p14:tracePt t="56492" x="7885113" y="3527425"/>
          <p14:tracePt t="56502" x="7885113" y="3517900"/>
          <p14:tracePt t="56523" x="7885113" y="3509963"/>
          <p14:tracePt t="56532" x="7885113" y="3502025"/>
          <p14:tracePt t="56542" x="7885113" y="3492500"/>
          <p14:tracePt t="56561" x="7875588" y="3492500"/>
          <p14:tracePt t="56573" x="7875588" y="3484563"/>
          <p14:tracePt t="56591" x="7875588" y="3475038"/>
          <p14:tracePt t="56641" x="7875588" y="3467100"/>
          <p14:tracePt t="56681" x="7875588" y="3459163"/>
          <p14:tracePt t="57256" x="7875588" y="3449638"/>
          <p14:tracePt t="57285" x="7893050" y="3441700"/>
          <p14:tracePt t="57295" x="7900988" y="3441700"/>
          <p14:tracePt t="57306" x="7910513" y="3433763"/>
          <p14:tracePt t="57316" x="7935913" y="3424238"/>
          <p14:tracePt t="57325" x="7951788" y="3416300"/>
          <p14:tracePt t="57335" x="7969250" y="3408363"/>
          <p14:tracePt t="57344" x="7986713" y="3398838"/>
          <p14:tracePt t="57356" x="8004175" y="3390900"/>
          <p14:tracePt t="57365" x="8020050" y="3373438"/>
          <p14:tracePt t="57374" x="8029575" y="3365500"/>
          <p14:tracePt t="57385" x="8037513" y="3355975"/>
          <p14:tracePt t="57394" x="8054975" y="3348038"/>
          <p14:tracePt t="57406" x="8062913" y="3340100"/>
          <p14:tracePt t="57414" x="8062913" y="3330575"/>
          <p14:tracePt t="57424" x="8070850" y="3322638"/>
          <p14:tracePt t="57435" x="8070850" y="3305175"/>
          <p14:tracePt t="57444" x="8080375" y="3297238"/>
          <p14:tracePt t="57456" x="8080375" y="3271838"/>
          <p14:tracePt t="57464" x="8080375" y="3254375"/>
          <p14:tracePt t="57473" x="8080375" y="3238500"/>
          <p14:tracePt t="57486" x="8080375" y="3211513"/>
          <p14:tracePt t="57494" x="8080375" y="3186113"/>
          <p14:tracePt t="57505" x="8070850" y="3160713"/>
          <p14:tracePt t="57513" x="8062913" y="3144838"/>
          <p14:tracePt t="57523" x="8045450" y="3119438"/>
          <p14:tracePt t="57535" x="8029575" y="3101975"/>
          <p14:tracePt t="57544" x="8020050" y="3076575"/>
          <p14:tracePt t="57554" x="7994650" y="3059113"/>
          <p14:tracePt t="57563" x="7961313" y="3041650"/>
          <p14:tracePt t="57574" x="7893050" y="3016250"/>
          <p14:tracePt t="57584" x="7807325" y="2990850"/>
          <p14:tracePt t="57593" x="7766050" y="2982913"/>
          <p14:tracePt t="57602" x="7715250" y="2982913"/>
          <p14:tracePt t="57612" x="7688263" y="2974975"/>
          <p14:tracePt t="57623" x="7654925" y="2974975"/>
          <p14:tracePt t="57634" x="7621588" y="2974975"/>
          <p14:tracePt t="57642" x="7596188" y="2974975"/>
          <p14:tracePt t="57652" x="7578725" y="2974975"/>
          <p14:tracePt t="57663" x="7545388" y="2974975"/>
          <p14:tracePt t="57674" x="7510463" y="2974975"/>
          <p14:tracePt t="57683" x="7493000" y="2974975"/>
          <p14:tracePt t="57692" x="7459663" y="2974975"/>
          <p14:tracePt t="57702" x="7434263" y="2982913"/>
          <p14:tracePt t="57712" x="7416800" y="2990850"/>
          <p14:tracePt t="57723" x="7408863" y="3000375"/>
          <p14:tracePt t="57732" x="7391400" y="3000375"/>
          <p14:tracePt t="57742" x="7373938" y="3008313"/>
          <p14:tracePt t="57752" x="7366000" y="3016250"/>
          <p14:tracePt t="57762" x="7348538" y="3025775"/>
          <p14:tracePt t="57773" x="7340600" y="3041650"/>
          <p14:tracePt t="57781" x="7332663" y="3067050"/>
          <p14:tracePt t="57792" x="7323138" y="3076575"/>
          <p14:tracePt t="57801" x="7323138" y="3101975"/>
          <p14:tracePt t="57811" x="7323138" y="3135313"/>
          <p14:tracePt t="57823" x="7323138" y="3170238"/>
          <p14:tracePt t="57831" x="7332663" y="3195638"/>
          <p14:tracePt t="57841" x="7348538" y="3238500"/>
          <p14:tracePt t="57853" x="7366000" y="3271838"/>
          <p14:tracePt t="57860" x="7383463" y="3289300"/>
          <p14:tracePt t="57872" x="7408863" y="3314700"/>
          <p14:tracePt t="57881" x="7426325" y="3330575"/>
          <p14:tracePt t="57901" x="7451725" y="3355975"/>
          <p14:tracePt t="57903" x="7477125" y="3373438"/>
          <p14:tracePt t="57911" x="7493000" y="3390900"/>
          <p14:tracePt t="57921" x="7527925" y="3408363"/>
          <p14:tracePt t="57930" x="7553325" y="3416300"/>
          <p14:tracePt t="57942" x="7578725" y="3433763"/>
          <p14:tracePt t="57952" x="7604125" y="3433763"/>
          <p14:tracePt t="57961" x="7621588" y="3441700"/>
          <p14:tracePt t="57972" x="7646988" y="3441700"/>
          <p14:tracePt t="57980" x="7672388" y="3449638"/>
          <p14:tracePt t="57990" x="7688263" y="3449638"/>
          <p14:tracePt t="58001" x="7705725" y="3449638"/>
          <p14:tracePt t="58010" x="7723188" y="3449638"/>
          <p14:tracePt t="58019" x="7731125" y="3449638"/>
          <p14:tracePt t="58030" x="7740650" y="3449638"/>
          <p14:tracePt t="58040" x="7748588" y="3449638"/>
          <p14:tracePt t="58051" x="7756525" y="3449638"/>
          <p14:tracePt t="58059" x="7766050" y="3441700"/>
          <p14:tracePt t="58071" x="7773988" y="3433763"/>
          <p14:tracePt t="58090" x="7791450" y="3424238"/>
          <p14:tracePt t="58098" x="7799388" y="3408363"/>
          <p14:tracePt t="58108" x="7807325" y="3398838"/>
          <p14:tracePt t="58120" x="7816850" y="3382963"/>
          <p14:tracePt t="58128" x="7824788" y="3365500"/>
          <p14:tracePt t="58138" x="7832725" y="3340100"/>
          <p14:tracePt t="58149" x="7850188" y="3305175"/>
          <p14:tracePt t="58158" x="7859713" y="3289300"/>
          <p14:tracePt t="58169" x="7867650" y="3254375"/>
          <p14:tracePt t="58179" x="7875588" y="3221038"/>
          <p14:tracePt t="58189" x="7885113" y="3195638"/>
          <p14:tracePt t="58198" x="7893050" y="3170238"/>
          <p14:tracePt t="58208" x="7893050" y="3152775"/>
          <p14:tracePt t="58218" x="7893050" y="3127375"/>
          <p14:tracePt t="58227" x="7900988" y="3109913"/>
          <p14:tracePt t="58238" x="7900988" y="3094038"/>
          <p14:tracePt t="58247" x="7900988" y="3084513"/>
          <p14:tracePt t="58257" x="7900988" y="3067050"/>
          <p14:tracePt t="58268" x="7900988" y="3059113"/>
          <p14:tracePt t="58277" x="7900988" y="3041650"/>
          <p14:tracePt t="58288" x="7900988" y="3033713"/>
          <p14:tracePt t="58297" x="7900988" y="3016250"/>
          <p14:tracePt t="58308" x="7893050" y="2990850"/>
          <p14:tracePt t="58318" x="7885113" y="2974975"/>
          <p14:tracePt t="58327" x="7875588" y="2965450"/>
          <p14:tracePt t="58338" x="7867650" y="2949575"/>
          <p14:tracePt t="58346" x="7859713" y="2932113"/>
          <p14:tracePt t="58357" x="7842250" y="2906713"/>
          <p14:tracePt t="58368" x="7816850" y="2897188"/>
          <p14:tracePt t="58376" x="7781925" y="2881313"/>
          <p14:tracePt t="58387" x="7748588" y="2871788"/>
          <p14:tracePt t="58397" x="7697788" y="2863850"/>
          <p14:tracePt t="58405" x="7680325" y="2863850"/>
          <p14:tracePt t="58418" x="7646988" y="2863850"/>
          <p14:tracePt t="58426" x="7629525" y="2863850"/>
          <p14:tracePt t="58437" x="7612063" y="2863850"/>
          <p14:tracePt t="58446" x="7596188" y="2863850"/>
          <p14:tracePt t="58455" x="7578725" y="2863850"/>
          <p14:tracePt t="58466" x="7570788" y="2881313"/>
          <p14:tracePt t="58475" x="7545388" y="2897188"/>
          <p14:tracePt t="58487" x="7527925" y="2922588"/>
          <p14:tracePt t="58496" x="7493000" y="2949575"/>
          <p14:tracePt t="58505" x="7477125" y="2974975"/>
          <p14:tracePt t="58516" x="7451725" y="2990850"/>
          <p14:tracePt t="58526" x="7434263" y="3000375"/>
          <p14:tracePt t="58535" x="7426325" y="3016250"/>
          <p14:tracePt t="58544" x="7408863" y="3033713"/>
          <p14:tracePt t="58555" x="7400925" y="3051175"/>
          <p14:tracePt t="58565" x="7383463" y="3059113"/>
          <p14:tracePt t="58575" x="7373938" y="3076575"/>
          <p14:tracePt t="58584" x="7373938" y="3084513"/>
          <p14:tracePt t="58605" x="7366000" y="3101975"/>
          <p14:tracePt t="58615" x="7366000" y="3109913"/>
          <p14:tracePt t="58634" x="7366000" y="3127375"/>
          <p14:tracePt t="58644" x="7366000" y="3135313"/>
          <p14:tracePt t="58655" x="7366000" y="3144838"/>
          <p14:tracePt t="58664" x="7366000" y="3160713"/>
          <p14:tracePt t="58674" x="7366000" y="3170238"/>
          <p14:tracePt t="58684" x="7366000" y="3178175"/>
          <p14:tracePt t="58694" x="7366000" y="3195638"/>
          <p14:tracePt t="58705" x="7366000" y="3203575"/>
          <p14:tracePt t="58714" x="7373938" y="3221038"/>
          <p14:tracePt t="58723" x="7373938" y="3228975"/>
          <p14:tracePt t="58735" x="7373938" y="3238500"/>
          <p14:tracePt t="58743" x="7383463" y="3246438"/>
          <p14:tracePt t="58755" x="7391400" y="3263900"/>
          <p14:tracePt t="58764" x="7408863" y="3271838"/>
          <p14:tracePt t="58773" x="7416800" y="3279775"/>
          <p14:tracePt t="58784" x="7434263" y="3297238"/>
          <p14:tracePt t="58793" x="7451725" y="3314700"/>
          <p14:tracePt t="58804" x="7467600" y="3322638"/>
          <p14:tracePt t="58813" x="7477125" y="3330575"/>
          <p14:tracePt t="58822" x="7502525" y="3340100"/>
          <p14:tracePt t="58834" x="7527925" y="3355975"/>
          <p14:tracePt t="58842" x="7553325" y="3365500"/>
          <p14:tracePt t="58854" x="7570788" y="3373438"/>
          <p14:tracePt t="58863" x="7596188" y="3390900"/>
          <p14:tracePt t="58872" x="7621588" y="3398838"/>
          <p14:tracePt t="58884" x="7646988" y="3408363"/>
          <p14:tracePt t="58892" x="7662863" y="3416300"/>
          <p14:tracePt t="58903" x="7697788" y="3424238"/>
          <p14:tracePt t="58911" x="7723188" y="3433763"/>
          <p14:tracePt t="58922" x="7748588" y="3433763"/>
          <p14:tracePt t="58932" x="7766050" y="3433763"/>
          <p14:tracePt t="58941" x="7781925" y="3433763"/>
          <p14:tracePt t="58952" x="7807325" y="3433763"/>
          <p14:tracePt t="58961" x="7816850" y="3433763"/>
          <p14:tracePt t="58972" x="7832725" y="3433763"/>
          <p14:tracePt t="58982" x="7850188" y="3433763"/>
          <p14:tracePt t="58991" x="7850188" y="3424238"/>
          <p14:tracePt t="59002" x="7867650" y="3416300"/>
          <p14:tracePt t="59011" x="7875588" y="3408363"/>
          <p14:tracePt t="59022" x="7885113" y="3398838"/>
          <p14:tracePt t="59031" x="7893050" y="3373438"/>
          <p14:tracePt t="59042" x="7893050" y="3348038"/>
          <p14:tracePt t="59051" x="7900988" y="3322638"/>
          <p14:tracePt t="59062" x="7910513" y="3271838"/>
          <p14:tracePt t="59072" x="7910513" y="3238500"/>
          <p14:tracePt t="59082" x="7910513" y="3211513"/>
          <p14:tracePt t="59090" x="7910513" y="3186113"/>
          <p14:tracePt t="59101" x="7910513" y="3152775"/>
          <p14:tracePt t="59111" x="7910513" y="3135313"/>
          <p14:tracePt t="59122" x="7900988" y="3119438"/>
          <p14:tracePt t="59130" x="7893050" y="3101975"/>
          <p14:tracePt t="59142" x="7893050" y="3084513"/>
          <p14:tracePt t="59151" x="7885113" y="3076575"/>
          <p14:tracePt t="59160" x="7885113" y="3059113"/>
          <p14:tracePt t="59171" x="7875588" y="3051175"/>
          <p14:tracePt t="59180" x="7867650" y="3041650"/>
          <p14:tracePt t="59189" x="7859713" y="3033713"/>
          <p14:tracePt t="59201" x="7842250" y="3016250"/>
          <p14:tracePt t="59209" x="7824788" y="3000375"/>
          <p14:tracePt t="59221" x="7799388" y="3000375"/>
          <p14:tracePt t="59229" x="7766050" y="2990850"/>
          <p14:tracePt t="59239" x="7748588" y="2982913"/>
          <p14:tracePt t="59251" x="7715250" y="2974975"/>
          <p14:tracePt t="59260" x="7688263" y="2974975"/>
          <p14:tracePt t="59271" x="7680325" y="2974975"/>
          <p14:tracePt t="59279" x="7662863" y="2974975"/>
          <p14:tracePt t="59288" x="7654925" y="2974975"/>
          <p14:tracePt t="59310" x="7646988" y="2974975"/>
          <p14:tracePt t="59318" x="7637463" y="2974975"/>
          <p14:tracePt t="59338" x="7629525" y="2974975"/>
          <p14:tracePt t="59775" x="7604125" y="2940050"/>
          <p14:tracePt t="59786" x="7477125" y="2830513"/>
          <p14:tracePt t="59795" x="7272338" y="2686050"/>
          <p14:tracePt t="59804" x="7094538" y="2566988"/>
          <p14:tracePt t="59815" x="6992938" y="2524125"/>
          <p14:tracePt t="59824" x="6907213" y="2489200"/>
          <p14:tracePt t="59836" x="6856413" y="2481263"/>
          <p14:tracePt t="59844" x="6813550" y="2481263"/>
          <p14:tracePt t="59854" x="6754813" y="2481263"/>
          <p14:tracePt t="59864" x="6719888" y="2481263"/>
          <p14:tracePt t="59886" x="6678613" y="2489200"/>
          <p14:tracePt t="59894" x="6661150" y="2498725"/>
          <p14:tracePt t="59905" x="6653213" y="2506663"/>
          <p14:tracePt t="59913" x="6653213" y="2516188"/>
          <p14:tracePt t="59923" x="6643688" y="2524125"/>
          <p14:tracePt t="59933" x="6635750" y="2532063"/>
          <p14:tracePt t="59943" x="6635750" y="2549525"/>
          <p14:tracePt t="59954" x="6635750" y="2574925"/>
          <p14:tracePt t="59963" x="6635750" y="2592388"/>
          <p14:tracePt t="59973" x="6643688" y="2617788"/>
          <p14:tracePt t="59983" x="6661150" y="2660650"/>
          <p14:tracePt t="59993" x="6678613" y="2701925"/>
          <p14:tracePt t="60004" x="6694488" y="2736850"/>
          <p14:tracePt t="60013" x="6711950" y="2770188"/>
          <p14:tracePt t="60023" x="6729413" y="2795588"/>
          <p14:tracePt t="60033" x="6754813" y="2805113"/>
          <p14:tracePt t="60043" x="6762750" y="2830513"/>
          <p14:tracePt t="60053" x="6780213" y="2846388"/>
          <p14:tracePt t="60063" x="6797675" y="2863850"/>
          <p14:tracePt t="60073" x="6813550" y="2889250"/>
          <p14:tracePt t="60082" x="6838950" y="2897188"/>
          <p14:tracePt t="60092" x="6864350" y="2914650"/>
          <p14:tracePt t="60104" x="6899275" y="2932113"/>
          <p14:tracePt t="60112" x="6924675" y="2940050"/>
          <p14:tracePt t="60122" x="6958013" y="2957513"/>
          <p14:tracePt t="60133" x="6992938" y="2974975"/>
          <p14:tracePt t="60142" x="7018338" y="2982913"/>
          <p14:tracePt t="60153" x="7051675" y="3000375"/>
          <p14:tracePt t="60162" x="7069138" y="3008313"/>
          <p14:tracePt t="60171" x="7085013" y="3016250"/>
          <p14:tracePt t="60184" x="7112000" y="3016250"/>
          <p14:tracePt t="60191" x="7119938" y="3025775"/>
          <p14:tracePt t="60203" x="7137400" y="3025775"/>
          <p14:tracePt t="60211" x="7153275" y="3033713"/>
          <p14:tracePt t="60231" x="7170738" y="3033713"/>
          <p14:tracePt t="60241" x="7188200" y="3033713"/>
          <p14:tracePt t="60251" x="7196138" y="3033713"/>
          <p14:tracePt t="60262" x="7213600" y="3033713"/>
          <p14:tracePt t="60271" x="7221538" y="3033713"/>
          <p14:tracePt t="60281" x="7229475" y="3033713"/>
          <p14:tracePt t="60291" x="7239000" y="3033713"/>
          <p14:tracePt t="60301" x="7246938" y="3025775"/>
          <p14:tracePt t="60310" x="7256463" y="3025775"/>
          <p14:tracePt t="60322" x="7264400" y="3016250"/>
          <p14:tracePt t="60340" x="7264400" y="3008313"/>
          <p14:tracePt t="60351" x="7272338" y="3000375"/>
          <p14:tracePt t="60360" x="7272338" y="2990850"/>
          <p14:tracePt t="60370" x="7281863" y="2982913"/>
          <p14:tracePt t="60383" x="7281863" y="2965450"/>
          <p14:tracePt t="60389" x="7281863" y="2949575"/>
          <p14:tracePt t="60401" x="7281863" y="2922588"/>
          <p14:tracePt t="60409" x="7281863" y="2914650"/>
          <p14:tracePt t="60421" x="7281863" y="2889250"/>
          <p14:tracePt t="60431" x="7281863" y="2871788"/>
          <p14:tracePt t="60439" x="7272338" y="2863850"/>
          <p14:tracePt t="60449" x="7264400" y="2846388"/>
          <p14:tracePt t="60459" x="7264400" y="2830513"/>
          <p14:tracePt t="60479" x="7256463" y="2813050"/>
          <p14:tracePt t="60488" x="7246938" y="2805113"/>
          <p14:tracePt t="60500" x="7239000" y="2805113"/>
          <p14:tracePt t="60509" x="7239000" y="2795588"/>
          <p14:tracePt t="60519" x="7229475" y="2778125"/>
          <p14:tracePt t="60529" x="7213600" y="2778125"/>
          <p14:tracePt t="60538" x="7196138" y="2770188"/>
          <p14:tracePt t="60550" x="7196138" y="2762250"/>
          <p14:tracePt t="60558" x="7170738" y="2752725"/>
          <p14:tracePt t="60571" x="7162800" y="2752725"/>
          <p14:tracePt t="60577" x="7145338" y="2744788"/>
          <p14:tracePt t="60588" x="7127875" y="2744788"/>
          <p14:tracePt t="60600" x="7112000" y="2744788"/>
          <p14:tracePt t="60608" x="7085013" y="2744788"/>
          <p14:tracePt t="60619" x="7059613" y="2752725"/>
          <p14:tracePt t="60628" x="7051675" y="2762250"/>
          <p14:tracePt t="60638" x="7026275" y="2778125"/>
          <p14:tracePt t="60650" x="7000875" y="2805113"/>
          <p14:tracePt t="60657" x="6983413" y="2820988"/>
          <p14:tracePt t="60668" x="6967538" y="2838450"/>
          <p14:tracePt t="60677" x="6950075" y="2863850"/>
          <p14:tracePt t="60687" x="6942138" y="2889250"/>
          <p14:tracePt t="60697" x="6942138" y="2914650"/>
          <p14:tracePt t="60706" x="6932613" y="2932113"/>
          <p14:tracePt t="60717" x="6932613" y="2957513"/>
          <p14:tracePt t="60726" x="6932613" y="2982913"/>
          <p14:tracePt t="60736" x="6932613" y="3000375"/>
          <p14:tracePt t="60747" x="6932613" y="3025775"/>
          <p14:tracePt t="60756" x="6932613" y="3051175"/>
          <p14:tracePt t="60768" x="6942138" y="3059113"/>
          <p14:tracePt t="60777" x="6950075" y="3084513"/>
          <p14:tracePt t="60786" x="6958013" y="3101975"/>
          <p14:tracePt t="60797" x="6958013" y="3119438"/>
          <p14:tracePt t="60806" x="6967538" y="3127375"/>
          <p14:tracePt t="60816" x="6975475" y="3144838"/>
          <p14:tracePt t="60826" x="6983413" y="3160713"/>
          <p14:tracePt t="60837" x="6983413" y="3170238"/>
          <p14:tracePt t="60845" x="7000875" y="3186113"/>
          <p14:tracePt t="60855" x="7008813" y="3203575"/>
          <p14:tracePt t="60867" x="7026275" y="3221038"/>
          <p14:tracePt t="60875" x="7051675" y="3238500"/>
          <p14:tracePt t="60886" x="7059613" y="3246438"/>
          <p14:tracePt t="60895" x="7102475" y="3271838"/>
          <p14:tracePt t="60905" x="7119938" y="3289300"/>
          <p14:tracePt t="60916" x="7153275" y="3297238"/>
          <p14:tracePt t="60924" x="7188200" y="3314700"/>
          <p14:tracePt t="60936" x="7221538" y="3330575"/>
          <p14:tracePt t="60944" x="7256463" y="3340100"/>
          <p14:tracePt t="60955" x="7281863" y="3340100"/>
          <p14:tracePt t="60966" x="7307263" y="3348038"/>
          <p14:tracePt t="60974" x="7323138" y="3348038"/>
          <p14:tracePt t="60986" x="7340600" y="3348038"/>
          <p14:tracePt t="60995" x="7366000" y="3348038"/>
          <p14:tracePt t="61004" x="7373938" y="3348038"/>
          <p14:tracePt t="61016" x="7391400" y="3348038"/>
          <p14:tracePt t="61025" x="7408863" y="3348038"/>
          <p14:tracePt t="61035" x="7416800" y="3340100"/>
          <p14:tracePt t="61044" x="7434263" y="3340100"/>
          <p14:tracePt t="61055" x="7451725" y="3330575"/>
          <p14:tracePt t="61065" x="7451725" y="3322638"/>
          <p14:tracePt t="61074" x="7467600" y="3305175"/>
          <p14:tracePt t="61085" x="7477125" y="3305175"/>
          <p14:tracePt t="61094" x="7485063" y="3289300"/>
          <p14:tracePt t="61103" x="7485063" y="3279775"/>
          <p14:tracePt t="61114" x="7493000" y="3271838"/>
          <p14:tracePt t="61124" x="7502525" y="3263900"/>
          <p14:tracePt t="61153" x="7502525" y="3254375"/>
          <p14:tracePt t="61165" x="7510463" y="3254375"/>
          <p14:tracePt t="61173" x="7510463" y="3246438"/>
          <p14:tracePt t="61202" x="7510463" y="3238500"/>
          <p14:tracePt t="63127" x="7391400" y="3186113"/>
          <p14:tracePt t="63136" x="6924675" y="3025775"/>
          <p14:tracePt t="63147" x="6430963" y="2838450"/>
          <p14:tracePt t="63157" x="6075363" y="2711450"/>
          <p14:tracePt t="63167" x="5776913" y="2600325"/>
          <p14:tracePt t="63176" x="5573713" y="2524125"/>
          <p14:tracePt t="63186" x="5378450" y="2489200"/>
          <p14:tracePt t="63196" x="5284788" y="2463800"/>
          <p14:tracePt t="63206" x="5241925" y="2455863"/>
          <p14:tracePt t="63217" x="5191125" y="2447925"/>
          <p14:tracePt t="63226" x="5173663" y="2438400"/>
          <p14:tracePt t="63235" x="5148263" y="2438400"/>
          <p14:tracePt t="63247" x="5122863" y="2430463"/>
          <p14:tracePt t="63255" x="5114925" y="2422525"/>
          <p14:tracePt t="63267" x="5097463" y="2422525"/>
          <p14:tracePt t="63275" x="5089525" y="2422525"/>
          <p14:tracePt t="63296" x="5080000" y="2413000"/>
          <p14:tracePt t="63315" x="5072063" y="2413000"/>
          <p14:tracePt t="63325" x="5064125" y="2413000"/>
          <p14:tracePt t="63366" x="5054600" y="2413000"/>
          <p14:tracePt t="63374" x="5054600" y="2405063"/>
          <p14:tracePt t="63384" x="5054600" y="2397125"/>
          <p14:tracePt t="63424" x="5054600" y="2387600"/>
          <p14:tracePt t="63444" x="5054600" y="2379663"/>
          <p14:tracePt t="63453" x="5054600" y="2371725"/>
          <p14:tracePt t="63463" x="5064125" y="2371725"/>
          <p14:tracePt t="63474" x="5072063" y="2371725"/>
          <p14:tracePt t="63484" x="5080000" y="2362200"/>
          <p14:tracePt t="63494" x="5089525" y="2354263"/>
          <p14:tracePt t="63503" x="5106988" y="2344738"/>
          <p14:tracePt t="63513" x="5114925" y="2344738"/>
          <p14:tracePt t="63523" x="5140325" y="2336800"/>
          <p14:tracePt t="63534" x="5165725" y="2328863"/>
          <p14:tracePt t="63543" x="5183188" y="2328863"/>
          <p14:tracePt t="63552" x="5208588" y="2319338"/>
          <p14:tracePt t="63564" x="5241925" y="2319338"/>
          <p14:tracePt t="63573" x="5284788" y="2303463"/>
          <p14:tracePt t="63583" x="5472113" y="2278063"/>
          <p14:tracePt t="63592" x="5743575" y="2243138"/>
          <p14:tracePt t="63602" x="6049963" y="2192338"/>
          <p14:tracePt t="63613" x="6397625" y="2174875"/>
          <p14:tracePt t="63622" x="6719888" y="2159000"/>
          <p14:tracePt t="63634" x="7043738" y="2141538"/>
          <p14:tracePt t="63642" x="7307263" y="2141538"/>
          <p14:tracePt t="63651" x="7510463" y="2141538"/>
          <p14:tracePt t="63663" x="7748588" y="2141538"/>
          <p14:tracePt t="63672" x="7986713" y="2159000"/>
          <p14:tracePt t="63683" x="8207375" y="2192338"/>
          <p14:tracePt t="63691" x="8394700" y="2217738"/>
          <p14:tracePt t="63702" x="8470900" y="2227263"/>
          <p14:tracePt t="63711" x="8529638" y="2235200"/>
          <p14:tracePt t="63721" x="8580438" y="2243138"/>
          <p14:tracePt t="63733" x="8605838" y="2252663"/>
          <p14:tracePt t="63741" x="8640763" y="2260600"/>
          <p14:tracePt t="63751" x="8666163" y="2260600"/>
          <p14:tracePt t="63761" x="8683625" y="2268538"/>
          <p14:tracePt t="63770" x="8691563" y="2268538"/>
          <p14:tracePt t="63781" x="8709025" y="2278063"/>
          <p14:tracePt t="63791" x="8716963" y="2278063"/>
          <p14:tracePt t="63810" x="8724900" y="2278063"/>
          <p14:tracePt t="63831" x="8734425" y="2278063"/>
          <p14:tracePt t="63860" x="8742363" y="2278063"/>
          <p14:tracePt t="63872" x="8742363" y="2268538"/>
          <p14:tracePt t="63879" x="8750300" y="2268538"/>
          <p14:tracePt t="63901" x="8750300" y="2260600"/>
          <p14:tracePt t="63920" x="8759825" y="2252663"/>
          <p14:tracePt t="64039" x="8767763" y="2252663"/>
          <p14:tracePt t="64049" x="8777288" y="2252663"/>
          <p14:tracePt t="64058" x="8777288" y="2260600"/>
          <p14:tracePt t="64078" x="8785225" y="2278063"/>
          <p14:tracePt t="64088" x="8785225" y="2286000"/>
          <p14:tracePt t="64099" x="8793163" y="2293938"/>
          <p14:tracePt t="64107" x="8802688" y="2311400"/>
          <p14:tracePt t="64118" x="8810625" y="2328863"/>
          <p14:tracePt t="64129" x="8810625" y="2336800"/>
          <p14:tracePt t="64138" x="8818563" y="2362200"/>
          <p14:tracePt t="64149" x="8818563" y="2387600"/>
          <p14:tracePt t="64158" x="8818563" y="2413000"/>
          <p14:tracePt t="64168" x="8818563" y="2473325"/>
          <p14:tracePt t="64178" x="8802688" y="2516188"/>
          <p14:tracePt t="64187" x="8777288" y="2582863"/>
          <p14:tracePt t="64198" x="8742363" y="2633663"/>
          <p14:tracePt t="64207" x="8716963" y="2668588"/>
          <p14:tracePt t="64217" x="8691563" y="2693988"/>
          <p14:tracePt t="64229" x="8658225" y="2719388"/>
          <p14:tracePt t="64237" x="8632825" y="2736850"/>
          <p14:tracePt t="64248" x="8615363" y="2752725"/>
          <p14:tracePt t="64257" x="8597900" y="2762250"/>
          <p14:tracePt t="64267" x="8589963" y="2770188"/>
          <p14:tracePt t="64278" x="8580438" y="2770188"/>
          <p14:tracePt t="64286" x="8572500" y="2770188"/>
          <p14:tracePt t="64336" x="8564563" y="2770188"/>
          <p14:tracePt t="64366" x="8555038" y="2770188"/>
          <p14:tracePt t="64792" x="8521700" y="2770188"/>
          <p14:tracePt t="64802" x="8240713" y="2651125"/>
          <p14:tracePt t="64812" x="7740650" y="2438400"/>
          <p14:tracePt t="64823" x="7239000" y="2235200"/>
          <p14:tracePt t="64833" x="6889750" y="2098675"/>
          <p14:tracePt t="64842" x="6516688" y="2014538"/>
          <p14:tracePt t="64852" x="6176963" y="1938338"/>
          <p14:tracePt t="64863" x="5845175" y="1903413"/>
          <p14:tracePt t="64872" x="5581650" y="1885950"/>
          <p14:tracePt t="64895" x="5284788" y="1911350"/>
          <p14:tracePt t="64901" x="5249863" y="1920875"/>
          <p14:tracePt t="64911" x="5216525" y="1946275"/>
          <p14:tracePt t="64921" x="5199063" y="1954213"/>
          <p14:tracePt t="64932" x="5183188" y="1979613"/>
          <p14:tracePt t="64941" x="5165725" y="1997075"/>
          <p14:tracePt t="64950" x="5157788" y="2014538"/>
          <p14:tracePt t="64962" x="5157788" y="2022475"/>
          <p14:tracePt t="64971" x="5148263" y="2039938"/>
          <p14:tracePt t="64983" x="5148263" y="2047875"/>
          <p14:tracePt t="64991" x="5148263" y="2055813"/>
          <p14:tracePt t="65000" x="5148263" y="2073275"/>
          <p14:tracePt t="65022" x="5148263" y="2090738"/>
          <p14:tracePt t="65031" x="5157788" y="2108200"/>
          <p14:tracePt t="65041" x="5173663" y="2116138"/>
          <p14:tracePt t="65050" x="5191125" y="2124075"/>
          <p14:tracePt t="65062" x="5199063" y="2141538"/>
          <p14:tracePt t="65071" x="5224463" y="2149475"/>
          <p14:tracePt t="65080" x="5241925" y="2166938"/>
          <p14:tracePt t="65090" x="5259388" y="2184400"/>
          <p14:tracePt t="65099" x="5284788" y="2209800"/>
          <p14:tracePt t="65112" x="5284788" y="2217738"/>
          <p14:tracePt t="65120" x="5302250" y="2243138"/>
          <p14:tracePt t="65129" x="5310188" y="2268538"/>
          <p14:tracePt t="65141" x="5327650" y="2303463"/>
          <p14:tracePt t="65149" x="5335588" y="2328863"/>
          <p14:tracePt t="65160" x="5335588" y="2354263"/>
          <p14:tracePt t="65169" x="5343525" y="2379663"/>
          <p14:tracePt t="65180" x="5353050" y="2413000"/>
          <p14:tracePt t="65189" x="5353050" y="2447925"/>
          <p14:tracePt t="65199" x="5368925" y="2489200"/>
          <p14:tracePt t="65209" x="5480050" y="2651125"/>
          <p14:tracePt t="65220" x="5641975" y="2881313"/>
          <p14:tracePt t="65229" x="5845175" y="3101975"/>
          <p14:tracePt t="65239" x="6007100" y="3263900"/>
          <p14:tracePt t="65249" x="6142038" y="3382963"/>
          <p14:tracePt t="65258" x="6194425" y="3424238"/>
          <p14:tracePt t="65269" x="6227763" y="3449638"/>
          <p14:tracePt t="65278" x="6253163" y="3475038"/>
          <p14:tracePt t="65288" x="6270625" y="3484563"/>
          <p14:tracePt t="65298" x="6278563" y="3502025"/>
          <p14:tracePt t="65318" x="6286500" y="3509963"/>
          <p14:tracePt t="65328" x="6296025" y="3509963"/>
          <p14:tracePt t="65338" x="6296025" y="3517900"/>
          <p14:tracePt t="65358" x="6303963" y="3527425"/>
          <p14:tracePt t="65377" x="6303963" y="3535363"/>
          <p14:tracePt t="65387" x="6311900" y="3543300"/>
          <p14:tracePt t="65399" x="6321425" y="3543300"/>
          <p14:tracePt t="65407" x="6329363" y="3543300"/>
          <p14:tracePt t="65417" x="6346825" y="3552825"/>
          <p14:tracePt t="65428" x="6364288" y="3560763"/>
          <p14:tracePt t="65438" x="6389688" y="3568700"/>
          <p14:tracePt t="65448" x="6415088" y="3568700"/>
          <p14:tracePt t="65457" x="6440488" y="3578225"/>
          <p14:tracePt t="65466" x="6456363" y="3578225"/>
          <p14:tracePt t="65479" x="6483350" y="3586163"/>
          <p14:tracePt t="65486" x="6499225" y="3586163"/>
          <p14:tracePt t="65506" x="6516688" y="3586163"/>
          <p14:tracePt t="65516" x="6516688" y="3594100"/>
          <p14:tracePt t="65528" x="6524625" y="3594100"/>
          <p14:tracePt t="66022" x="6534150" y="3552825"/>
          <p14:tracePt t="66032" x="6618288" y="3373438"/>
          <p14:tracePt t="66041" x="6737350" y="3101975"/>
          <p14:tracePt t="66052" x="6864350" y="2855913"/>
          <p14:tracePt t="66062" x="7018338" y="2600325"/>
          <p14:tracePt t="66071" x="7145338" y="2397125"/>
          <p14:tracePt t="66082" x="7281863" y="2217738"/>
          <p14:tracePt t="66093" x="7400925" y="2090738"/>
          <p14:tracePt t="66101" x="7434263" y="2047875"/>
          <p14:tracePt t="66111" x="7467600" y="2022475"/>
          <p14:tracePt t="66121" x="7510463" y="1997075"/>
          <p14:tracePt t="66132" x="7535863" y="1989138"/>
          <p14:tracePt t="66142" x="7570788" y="1971675"/>
          <p14:tracePt t="66150" x="7586663" y="1971675"/>
          <p14:tracePt t="66161" x="7612063" y="1971675"/>
          <p14:tracePt t="66171" x="7637463" y="1971675"/>
          <p14:tracePt t="66182" x="7654925" y="1971675"/>
          <p14:tracePt t="66191" x="7688263" y="1971675"/>
          <p14:tracePt t="66201" x="7723188" y="1989138"/>
          <p14:tracePt t="66211" x="7748588" y="1997075"/>
          <p14:tracePt t="66220" x="7781925" y="2014538"/>
          <p14:tracePt t="66232" x="7816850" y="2030413"/>
          <p14:tracePt t="66241" x="7842250" y="2047875"/>
          <p14:tracePt t="66250" x="7867650" y="2065338"/>
          <p14:tracePt t="66264" x="7885113" y="2065338"/>
          <p14:tracePt t="66270" x="7900988" y="2082800"/>
          <p14:tracePt t="66283" x="7918450" y="2098675"/>
          <p14:tracePt t="66289" x="7935913" y="2116138"/>
          <p14:tracePt t="66299" x="7943850" y="2133600"/>
          <p14:tracePt t="66310" x="7951788" y="2141538"/>
          <p14:tracePt t="66319" x="7961313" y="2159000"/>
          <p14:tracePt t="66331" x="7977188" y="2184400"/>
          <p14:tracePt t="66339" x="7986713" y="2200275"/>
          <p14:tracePt t="66350" x="7994650" y="2200275"/>
          <p14:tracePt t="66361" x="7994650" y="2217738"/>
          <p14:tracePt t="66370" x="8004175" y="2227263"/>
          <p14:tracePt t="66381" x="8004175" y="2243138"/>
          <p14:tracePt t="66389" x="8020050" y="2260600"/>
          <p14:tracePt t="66398" x="8037513" y="2278063"/>
          <p14:tracePt t="66408" x="8062913" y="2311400"/>
          <p14:tracePt t="66419" x="8189913" y="2422525"/>
          <p14:tracePt t="66429" x="8369300" y="2574925"/>
          <p14:tracePt t="66438" x="8555038" y="2727325"/>
          <p14:tracePt t="66448" x="8716963" y="2871788"/>
          <p14:tracePt t="66458" x="8785225" y="2940050"/>
          <p14:tracePt t="66468" x="8810625" y="2974975"/>
          <p14:tracePt t="66479" x="8836025" y="3016250"/>
          <p14:tracePt t="66488" x="8853488" y="3051175"/>
          <p14:tracePt t="66498" x="8861425" y="3109913"/>
          <p14:tracePt t="66509" x="8878888" y="3330575"/>
          <p14:tracePt t="66517" x="8878888" y="3502025"/>
          <p14:tracePt t="66528" x="8853488" y="3748088"/>
          <p14:tracePt t="66537" x="8828088" y="3968750"/>
          <p14:tracePt t="66547" x="8785225" y="4189413"/>
          <p14:tracePt t="66557" x="8767763" y="4275138"/>
          <p14:tracePt t="66567" x="8759825" y="4325938"/>
          <p14:tracePt t="66578" x="8759825" y="4359275"/>
          <p14:tracePt t="66587" x="8759825" y="4384675"/>
          <p14:tracePt t="66597" x="8759825" y="4402138"/>
          <p14:tracePt t="66607" x="8759825" y="4427538"/>
          <p14:tracePt t="66627" x="8759825" y="4445000"/>
          <p14:tracePt t="66637" x="8759825" y="4452938"/>
          <p14:tracePt t="66647" x="8767763" y="4452938"/>
          <p14:tracePt t="66656" x="8767763" y="4460875"/>
          <p14:tracePt t="66676" x="8777288" y="4470400"/>
          <p14:tracePt t="66717" x="8777288" y="4478338"/>
          <p14:tracePt t="66727" x="8777288" y="4495800"/>
          <p14:tracePt t="66746" x="8777288" y="4513263"/>
          <p14:tracePt t="66756" x="8767763" y="4538663"/>
          <p14:tracePt t="66765" x="8750300" y="4546600"/>
          <p14:tracePt t="66777" x="8734425" y="4572000"/>
          <p14:tracePt t="66785" x="8716963" y="4605338"/>
          <p14:tracePt t="66797" x="8691563" y="4630738"/>
          <p14:tracePt t="66805" x="8666163" y="4665663"/>
          <p14:tracePt t="66815" x="8632825" y="4708525"/>
          <p14:tracePt t="66824" x="8597900" y="4741863"/>
          <p14:tracePt t="66834" x="8564563" y="4784725"/>
          <p14:tracePt t="66846" x="8529638" y="4835525"/>
          <p14:tracePt t="66854" x="8504238" y="4868863"/>
          <p14:tracePt t="66864" x="8478838" y="4894263"/>
          <p14:tracePt t="66874" x="8462963" y="4911725"/>
          <p14:tracePt t="66884" x="8453438" y="4929188"/>
          <p14:tracePt t="66894" x="8435975" y="4946650"/>
          <p14:tracePt t="66903" x="8428038" y="4954588"/>
          <p14:tracePt t="66914" x="8410575" y="4972050"/>
          <p14:tracePt t="66934" x="8402638" y="4979988"/>
          <p14:tracePt t="66945" x="8402638" y="4987925"/>
          <p14:tracePt t="66954" x="8394700" y="4987925"/>
          <p14:tracePt t="67004" x="8394700" y="4997450"/>
          <p14:tracePt t="67024" x="8385175" y="4997450"/>
          <p14:tracePt t="67034" x="8385175" y="5005388"/>
          <p14:tracePt t="67241" x="8377238" y="5013325"/>
          <p14:tracePt t="67262" x="8369300" y="5013325"/>
          <p14:tracePt t="67270" x="8369300" y="5030788"/>
          <p14:tracePt t="67281" x="8343900" y="5064125"/>
          <p14:tracePt t="67291" x="8199438" y="5226050"/>
          <p14:tracePt t="67301" x="7943850" y="5507038"/>
          <p14:tracePt t="67312" x="7748588" y="5702300"/>
          <p14:tracePt t="67320" x="7621588" y="5813425"/>
          <p14:tracePt t="67331" x="7586663" y="5846763"/>
          <p14:tracePt t="67341" x="7561263" y="5872163"/>
          <p14:tracePt t="67351" x="7535863" y="5880100"/>
          <p14:tracePt t="67360" x="7518400" y="5889625"/>
          <p14:tracePt t="67371" x="7510463" y="5897563"/>
          <p14:tracePt t="67381" x="7502525" y="5905500"/>
          <p14:tracePt t="67390" x="7493000" y="5905500"/>
          <p14:tracePt t="67410" x="7485063" y="5915025"/>
          <p14:tracePt t="67480" x="7477125" y="5915025"/>
          <p14:tracePt t="110424" x="7477125" y="5770563"/>
          <p14:tracePt t="110434" x="7535863" y="5540375"/>
          <p14:tracePt t="110443" x="7561263" y="5489575"/>
          <p14:tracePt t="110453" x="7578725" y="5456238"/>
          <p14:tracePt t="110463" x="7604125" y="5430838"/>
          <p14:tracePt t="110473" x="7612063" y="5405438"/>
          <p14:tracePt t="110482" x="7646988" y="5387975"/>
          <p14:tracePt t="110493" x="7688263" y="5370513"/>
          <p14:tracePt t="110502" x="7715250" y="5362575"/>
          <p14:tracePt t="110512" x="7748588" y="5353050"/>
          <p14:tracePt t="110523" x="7799388" y="5345113"/>
          <p14:tracePt t="110532" x="7824788" y="5345113"/>
          <p14:tracePt t="110542" x="7859713" y="5345113"/>
          <p14:tracePt t="110553" x="7893050" y="5345113"/>
          <p14:tracePt t="110562" x="7918450" y="5353050"/>
          <p14:tracePt t="110573" x="7926388" y="5362575"/>
          <p14:tracePt t="110581" x="7951788" y="5387975"/>
          <p14:tracePt t="110592" x="7969250" y="5405438"/>
          <p14:tracePt t="110602" x="7986713" y="5438775"/>
          <p14:tracePt t="110612" x="7986713" y="5456238"/>
          <p14:tracePt t="110623" x="7986713" y="5489575"/>
          <p14:tracePt t="110632" x="7986713" y="5524500"/>
          <p14:tracePt t="110642" x="7986713" y="5540375"/>
          <p14:tracePt t="110653" x="7977188" y="5565775"/>
          <p14:tracePt t="110661" x="7977188" y="5583238"/>
          <p14:tracePt t="110682" x="7977188" y="5600700"/>
          <p14:tracePt t="110691" x="7977188" y="5608638"/>
          <p14:tracePt t="110722" x="8012113" y="5608638"/>
          <p14:tracePt t="110731" x="8377238" y="5446713"/>
          <p14:tracePt t="110741" x="8886825" y="5124450"/>
          <p14:tracePt t="110751" x="9294813" y="4802188"/>
          <p14:tracePt t="110761" x="9532938" y="4529138"/>
          <p14:tracePt t="110770" x="9728200" y="4265613"/>
          <p14:tracePt t="110783" x="9839325" y="4044950"/>
          <p14:tracePt t="110790" x="9872663" y="3968750"/>
          <p14:tracePt t="110800" x="9880600" y="3917950"/>
          <p14:tracePt t="110811" x="9890125" y="3883025"/>
          <p14:tracePt t="110820" x="9898063" y="3867150"/>
          <p14:tracePt t="110831" x="9898063" y="3841750"/>
          <p14:tracePt t="110841" x="9898063" y="3824288"/>
          <p14:tracePt t="110859" x="9898063" y="3806825"/>
          <p14:tracePt t="110870" x="9898063" y="3798888"/>
          <p14:tracePt t="110880" x="9898063" y="3790950"/>
          <p14:tracePt t="110901" x="9906000" y="3773488"/>
          <p14:tracePt t="110919" x="9915525" y="3756025"/>
          <p14:tracePt t="110930" x="9915525" y="3748088"/>
          <p14:tracePt t="110950" x="9923463" y="3730625"/>
          <p14:tracePt t="110960" x="9923463" y="3722688"/>
          <p14:tracePt t="110969" x="9931400" y="3713163"/>
          <p14:tracePt t="110978" x="9931400" y="3697288"/>
          <p14:tracePt t="110989" x="9931400" y="3687763"/>
          <p14:tracePt t="110998" x="9931400" y="3679825"/>
          <p14:tracePt t="111009" x="9940925" y="3662363"/>
          <p14:tracePt t="111029" x="9940925" y="3646488"/>
          <p14:tracePt t="111040" x="9940925" y="3636963"/>
          <p14:tracePt t="111058" x="9948863" y="3629025"/>
          <p14:tracePt t="111069" x="9948863" y="3619500"/>
          <p14:tracePt t="111097" x="9948863" y="3611563"/>
          <p14:tracePt t="111108" x="9948863" y="3603625"/>
          <p14:tracePt t="111120" x="9948863" y="3594100"/>
          <p14:tracePt t="111127" x="9948863" y="3586163"/>
          <p14:tracePt t="111139" x="9956800" y="3560763"/>
          <p14:tracePt t="111148" x="9966325" y="3517900"/>
          <p14:tracePt t="111158" x="9999663" y="3330575"/>
          <p14:tracePt t="111169" x="10075863" y="3127375"/>
          <p14:tracePt t="111177" x="10118725" y="2957513"/>
          <p14:tracePt t="111188" x="10136188" y="2897188"/>
          <p14:tracePt t="111196" x="10144125" y="2863850"/>
          <p14:tracePt t="111207" x="10153650" y="2838450"/>
          <p14:tracePt t="111217" x="10153650" y="2820988"/>
          <p14:tracePt t="111226" x="10153650" y="2813050"/>
          <p14:tracePt t="111247" x="10153650" y="2805113"/>
          <p14:tracePt t="111267" x="10153650" y="2795588"/>
          <p14:tracePt t="111345" x="10153650" y="2787650"/>
          <p14:tracePt t="111832" x="10144125" y="2795588"/>
          <p14:tracePt t="111841" x="10101263" y="2830513"/>
          <p14:tracePt t="111851" x="10042525" y="2871788"/>
          <p14:tracePt t="111862" x="9974263" y="2914650"/>
          <p14:tracePt t="111872" x="9923463" y="2940050"/>
          <p14:tracePt t="111885" x="9890125" y="2957513"/>
          <p14:tracePt t="111891" x="9864725" y="2982913"/>
          <p14:tracePt t="111901" x="9839325" y="2990850"/>
          <p14:tracePt t="111912" x="9812338" y="3008313"/>
          <p14:tracePt t="111922" x="9796463" y="3016250"/>
          <p14:tracePt t="111931" x="9771063" y="3025775"/>
          <p14:tracePt t="111941" x="9761538" y="3033713"/>
          <p14:tracePt t="111952" x="9745663" y="3033713"/>
          <p14:tracePt t="111961" x="9728200" y="3033713"/>
          <p14:tracePt t="111972" x="9720263" y="3041650"/>
          <p14:tracePt t="111981" x="9702800" y="3041650"/>
          <p14:tracePt t="111990" x="9677400" y="3041650"/>
          <p14:tracePt t="112001" x="9667875" y="3041650"/>
          <p14:tracePt t="112011" x="9652000" y="3041650"/>
          <p14:tracePt t="112021" x="9626600" y="3041650"/>
          <p14:tracePt t="112030" x="9617075" y="3041650"/>
          <p14:tracePt t="112041" x="9583738" y="3041650"/>
          <p14:tracePt t="112052" x="9558338" y="3051175"/>
          <p14:tracePt t="112060" x="9532938" y="3051175"/>
          <p14:tracePt t="112071" x="9507538" y="3051175"/>
          <p14:tracePt t="112081" x="9482138" y="3051175"/>
          <p14:tracePt t="112091" x="9464675" y="3051175"/>
          <p14:tracePt t="112102" x="9439275" y="3051175"/>
          <p14:tracePt t="112110" x="9421813" y="3051175"/>
          <p14:tracePt t="112119" x="9405938" y="3051175"/>
          <p14:tracePt t="112129" x="9388475" y="3051175"/>
          <p14:tracePt t="112139" x="9371013" y="3051175"/>
          <p14:tracePt t="112150" x="9353550" y="3051175"/>
          <p14:tracePt t="112159" x="9337675" y="3051175"/>
          <p14:tracePt t="112169" x="9328150" y="3051175"/>
          <p14:tracePt t="112180" x="9312275" y="3051175"/>
          <p14:tracePt t="112191" x="9286875" y="3051175"/>
          <p14:tracePt t="112199" x="9269413" y="3051175"/>
          <p14:tracePt t="112208" x="9244013" y="3051175"/>
          <p14:tracePt t="112218" x="9201150" y="3051175"/>
          <p14:tracePt t="112229" x="9158288" y="3059113"/>
          <p14:tracePt t="112238" x="9107488" y="3059113"/>
          <p14:tracePt t="112248" x="9064625" y="3067050"/>
          <p14:tracePt t="112258" x="9039225" y="3067050"/>
          <p14:tracePt t="112269" x="9005888" y="3076575"/>
          <p14:tracePt t="112279" x="8988425" y="3084513"/>
          <p14:tracePt t="112288" x="8963025" y="3084513"/>
          <p14:tracePt t="112298" x="8937625" y="3094038"/>
          <p14:tracePt t="112308" x="8921750" y="3101975"/>
          <p14:tracePt t="112317" x="8904288" y="3101975"/>
          <p14:tracePt t="112327" x="8886825" y="3109913"/>
          <p14:tracePt t="112338" x="8878888" y="3119438"/>
          <p14:tracePt t="112347" x="8861425" y="3119438"/>
          <p14:tracePt t="112358" x="8843963" y="3119438"/>
          <p14:tracePt t="112378" x="8828088" y="3119438"/>
          <p14:tracePt t="112388" x="8818563" y="3119438"/>
          <p14:tracePt t="112397" x="8810625" y="3119438"/>
          <p14:tracePt t="112407" x="8793163" y="3119438"/>
          <p14:tracePt t="112418" x="8785225" y="3119438"/>
          <p14:tracePt t="112427" x="8777288" y="3119438"/>
          <p14:tracePt t="112437" x="8759825" y="3119438"/>
          <p14:tracePt t="112456" x="8742363" y="3119438"/>
          <p14:tracePt t="112468" x="8742363" y="3109913"/>
          <p14:tracePt t="112476" x="8734425" y="3109913"/>
          <p14:tracePt t="112487" x="8724900" y="3109913"/>
          <p14:tracePt t="112496" x="8716963" y="3109913"/>
          <p14:tracePt t="112517" x="8709025" y="3101975"/>
          <p14:tracePt t="112526" x="8699500" y="3094038"/>
          <p14:tracePt t="112545" x="8691563" y="3094038"/>
          <p14:tracePt t="112566" x="8683625" y="3084513"/>
          <p14:tracePt t="112575" x="8674100" y="3084513"/>
          <p14:tracePt t="112586" x="8674100" y="3076575"/>
          <p14:tracePt t="112605" x="8666163" y="3076575"/>
          <p14:tracePt t="112615" x="8666163" y="3067050"/>
          <p14:tracePt t="112625" x="8658225" y="3067050"/>
          <p14:tracePt t="112694" x="8658225" y="3059113"/>
          <p14:tracePt t="112705" x="8648700" y="3059113"/>
          <p14:tracePt t="113182" x="8648700" y="3076575"/>
          <p14:tracePt t="113190" x="8648700" y="3094038"/>
          <p14:tracePt t="113210" x="8640763" y="3109913"/>
          <p14:tracePt t="113221" x="8640763" y="3119438"/>
          <p14:tracePt t="113229" x="8640763" y="3135313"/>
          <p14:tracePt t="113240" x="8640763" y="3152775"/>
          <p14:tracePt t="113251" x="8632825" y="3160713"/>
          <p14:tracePt t="113262" x="8632825" y="3178175"/>
          <p14:tracePt t="113271" x="8632825" y="3203575"/>
          <p14:tracePt t="113280" x="8632825" y="3221038"/>
          <p14:tracePt t="113290" x="8632825" y="3246438"/>
          <p14:tracePt t="113302" x="8632825" y="3279775"/>
          <p14:tracePt t="113310" x="8623300" y="3297238"/>
          <p14:tracePt t="113321" x="8623300" y="3322638"/>
          <p14:tracePt t="113329" x="8623300" y="3348038"/>
          <p14:tracePt t="113339" x="8623300" y="3355975"/>
          <p14:tracePt t="113351" x="8615363" y="3373438"/>
          <p14:tracePt t="113360" x="8615363" y="3398838"/>
          <p14:tracePt t="113371" x="8615363" y="3408363"/>
          <p14:tracePt t="113379" x="8615363" y="3424238"/>
          <p14:tracePt t="113388" x="8615363" y="3441700"/>
          <p14:tracePt t="113402" x="8615363" y="3449638"/>
          <p14:tracePt t="113409" x="8615363" y="3475038"/>
          <p14:tracePt t="113419" x="8615363" y="3492500"/>
          <p14:tracePt t="113429" x="8615363" y="3509963"/>
          <p14:tracePt t="113438" x="8615363" y="3527425"/>
          <p14:tracePt t="113451" x="8615363" y="3543300"/>
          <p14:tracePt t="113458" x="8615363" y="3568700"/>
          <p14:tracePt t="113468" x="8615363" y="3586163"/>
          <p14:tracePt t="113477" x="8615363" y="3603625"/>
          <p14:tracePt t="113487" x="8615363" y="3629025"/>
          <p14:tracePt t="113498" x="8615363" y="3662363"/>
          <p14:tracePt t="113508" x="8615363" y="3679825"/>
          <p14:tracePt t="113517" x="8615363" y="3705225"/>
          <p14:tracePt t="113527" x="8615363" y="3738563"/>
          <p14:tracePt t="113537" x="8615363" y="3773488"/>
          <p14:tracePt t="113549" x="8615363" y="3816350"/>
          <p14:tracePt t="113557" x="8615363" y="3867150"/>
          <p14:tracePt t="113567" x="8623300" y="3943350"/>
          <p14:tracePt t="113576" x="8623300" y="4002088"/>
          <p14:tracePt t="113587" x="8632825" y="4062413"/>
          <p14:tracePt t="113597" x="8640763" y="4121150"/>
          <p14:tracePt t="113607" x="8666163" y="4206875"/>
          <p14:tracePt t="113619" x="8683625" y="4384675"/>
          <p14:tracePt t="113627" x="8691563" y="4495800"/>
          <p14:tracePt t="113637" x="8691563" y="4554538"/>
          <p14:tracePt t="113646" x="8691563" y="4630738"/>
          <p14:tracePt t="113656" x="8691563" y="4673600"/>
          <p14:tracePt t="113667" x="8691563" y="4733925"/>
          <p14:tracePt t="113677" x="8691563" y="4775200"/>
          <p14:tracePt t="113687" x="8691563" y="4810125"/>
          <p14:tracePt t="113695" x="8683625" y="4852988"/>
          <p14:tracePt t="113705" x="8683625" y="4886325"/>
          <p14:tracePt t="113717" x="8683625" y="4911725"/>
          <p14:tracePt t="113726" x="8683625" y="4946650"/>
          <p14:tracePt t="113736" x="8683625" y="4979988"/>
          <p14:tracePt t="113745" x="8683625" y="5013325"/>
          <p14:tracePt t="113755" x="8683625" y="5056188"/>
          <p14:tracePt t="113767" x="8683625" y="5099050"/>
          <p14:tracePt t="113775" x="8683625" y="5141913"/>
          <p14:tracePt t="113786" x="8683625" y="5175250"/>
          <p14:tracePt t="113795" x="8683625" y="5218113"/>
          <p14:tracePt t="113804" x="8683625" y="5260975"/>
          <p14:tracePt t="113817" x="8683625" y="5302250"/>
          <p14:tracePt t="113824" x="8683625" y="5337175"/>
          <p14:tracePt t="113836" x="8683625" y="5380038"/>
          <p14:tracePt t="113845" x="8683625" y="5413375"/>
          <p14:tracePt t="113855" x="8683625" y="5430838"/>
          <p14:tracePt t="113865" x="8683625" y="5464175"/>
          <p14:tracePt t="113875" x="8691563" y="5489575"/>
          <p14:tracePt t="113885" x="8691563" y="5514975"/>
          <p14:tracePt t="113894" x="8691563" y="5532438"/>
          <p14:tracePt t="113905" x="8691563" y="5549900"/>
          <p14:tracePt t="113914" x="8691563" y="5557838"/>
          <p14:tracePt t="113924" x="8691563" y="5575300"/>
          <p14:tracePt t="113934" x="8691563" y="5591175"/>
          <p14:tracePt t="113953" x="8691563" y="5608638"/>
          <p14:tracePt t="113964" x="8691563" y="5616575"/>
          <p14:tracePt t="113973" x="8699500" y="5626100"/>
          <p14:tracePt t="113984" x="8699500" y="5634038"/>
          <p14:tracePt t="113993" x="8699500" y="5641975"/>
          <p14:tracePt t="114004" x="8709025" y="5659438"/>
          <p14:tracePt t="114013" x="8709025" y="5668963"/>
          <p14:tracePt t="114023" x="8709025" y="5676900"/>
          <p14:tracePt t="114034" x="8709025" y="5694363"/>
          <p14:tracePt t="114042" x="8716963" y="5702300"/>
          <p14:tracePt t="114054" x="8716963" y="5710238"/>
          <p14:tracePt t="114063" x="8716963" y="5735638"/>
          <p14:tracePt t="114073" x="8716963" y="5753100"/>
          <p14:tracePt t="114082" x="8716963" y="5788025"/>
          <p14:tracePt t="114092" x="8724900" y="5821363"/>
          <p14:tracePt t="114103" x="8724900" y="5846763"/>
          <p14:tracePt t="114113" x="8724900" y="5864225"/>
          <p14:tracePt t="114122" x="8724900" y="5880100"/>
          <p14:tracePt t="114133" x="8724900" y="5897563"/>
          <p14:tracePt t="114142" x="8724900" y="5905500"/>
          <p14:tracePt t="114153" x="8724900" y="5915025"/>
          <p14:tracePt t="114161" x="8724900" y="5922963"/>
          <p14:tracePt t="114182" x="8724900" y="5932488"/>
          <p14:tracePt t="114192" x="8724900" y="5948363"/>
          <p14:tracePt t="114211" x="8724900" y="5965825"/>
          <p14:tracePt t="114253" x="8716963" y="5973763"/>
          <p14:tracePt t="114271" x="8709025" y="5973763"/>
          <p14:tracePt t="120585" x="8266113" y="5634038"/>
          <p14:tracePt t="120596" x="7373938" y="4954588"/>
          <p14:tracePt t="120605" x="6600825" y="4445000"/>
          <p14:tracePt t="120614" x="5776913" y="3968750"/>
          <p14:tracePt t="120624" x="5191125" y="3687763"/>
          <p14:tracePt t="120634" x="4554538" y="3467100"/>
          <p14:tracePt t="120646" x="4154488" y="3390900"/>
          <p14:tracePt t="120654" x="3865563" y="3373438"/>
          <p14:tracePt t="120664" x="3713163" y="3373438"/>
          <p14:tracePt t="120674" x="3662363" y="3373438"/>
          <p14:tracePt t="120685" x="3627438" y="3382963"/>
          <p14:tracePt t="120695" x="3619500" y="3390900"/>
          <p14:tracePt t="120704" x="3594100" y="3398838"/>
          <p14:tracePt t="120714" x="3586163" y="3398838"/>
          <p14:tracePt t="120724" x="3576638" y="3408363"/>
          <p14:tracePt t="121051" x="3449638" y="3509963"/>
          <p14:tracePt t="121063" x="3211513" y="3722688"/>
          <p14:tracePt t="121070" x="2998788" y="3900488"/>
          <p14:tracePt t="121080" x="2838450" y="4044950"/>
          <p14:tracePt t="121091" x="2744788" y="4130675"/>
          <p14:tracePt t="121100" x="2701925" y="4164013"/>
          <p14:tracePt t="121112" x="2676525" y="4189413"/>
          <p14:tracePt t="121120" x="2668588" y="4206875"/>
          <p14:tracePt t="121131" x="2641600" y="4232275"/>
          <p14:tracePt t="121140" x="2625725" y="4249738"/>
          <p14:tracePt t="121150" x="2616200" y="4257675"/>
          <p14:tracePt t="121163" x="2600325" y="4275138"/>
          <p14:tracePt t="121170" x="2600325" y="4291013"/>
          <p14:tracePt t="121181" x="2590800" y="4300538"/>
          <p14:tracePt t="121192" x="2582863" y="4308475"/>
          <p14:tracePt t="121201" x="2574925" y="4325938"/>
          <p14:tracePt t="121210" x="2565400" y="4325938"/>
          <p14:tracePt t="121220" x="2565400" y="4333875"/>
          <p14:tracePt t="121230" x="2557463" y="4341813"/>
          <p14:tracePt t="121477" x="2524125" y="4376738"/>
          <p14:tracePt t="121488" x="2497138" y="4419600"/>
          <p14:tracePt t="121497" x="2471738" y="4460875"/>
          <p14:tracePt t="121508" x="2455863" y="4495800"/>
          <p14:tracePt t="121516" x="2430463" y="4521200"/>
          <p14:tracePt t="121528" x="2420938" y="4546600"/>
          <p14:tracePt t="121537" x="2405063" y="4554538"/>
          <p14:tracePt t="121546" x="2387600" y="4572000"/>
          <p14:tracePt t="121557" x="2379663" y="4597400"/>
          <p14:tracePt t="121566" x="2370138" y="4622800"/>
          <p14:tracePt t="121577" x="2352675" y="4640263"/>
          <p14:tracePt t="121586" x="2352675" y="4665663"/>
          <p14:tracePt t="121596" x="2344738" y="4699000"/>
          <p14:tracePt t="121606" x="2336800" y="4724400"/>
          <p14:tracePt t="121616" x="2336800" y="4741863"/>
          <p14:tracePt t="121626" x="2327275" y="4759325"/>
          <p14:tracePt t="121636" x="2327275" y="4775200"/>
          <p14:tracePt t="121647" x="2327275" y="4792663"/>
          <p14:tracePt t="121656" x="2327275" y="4802188"/>
          <p14:tracePt t="121666" x="2327275" y="4818063"/>
          <p14:tracePt t="121676" x="2327275" y="4827588"/>
          <p14:tracePt t="121685" x="2336800" y="4843463"/>
          <p14:tracePt t="121696" x="2352675" y="4852988"/>
          <p14:tracePt t="121705" x="2370138" y="4860925"/>
          <p14:tracePt t="121716" x="2405063" y="4868863"/>
          <p14:tracePt t="121726" x="2420938" y="4868863"/>
          <p14:tracePt t="121735" x="2446338" y="4868863"/>
          <p14:tracePt t="121746" x="2463800" y="4868863"/>
          <p14:tracePt t="121755" x="2471738" y="4868863"/>
          <p14:tracePt t="121765" x="2489200" y="4868863"/>
          <p14:tracePt t="121775" x="2497138" y="4868863"/>
          <p14:tracePt t="121805" x="2506663" y="4868863"/>
          <p14:tracePt t="121825" x="2506663" y="4860925"/>
          <p14:tracePt t="121846" x="2497138" y="4843463"/>
          <p14:tracePt t="121854" x="2489200" y="4835525"/>
          <p14:tracePt t="121863" x="2446338" y="4827588"/>
          <p14:tracePt t="121875" x="2387600" y="4827588"/>
          <p14:tracePt t="121895" x="2286000" y="4878388"/>
          <p14:tracePt t="121903" x="2260600" y="4903788"/>
          <p14:tracePt t="121913" x="2235200" y="4937125"/>
          <p14:tracePt t="121925" x="2217738" y="4962525"/>
          <p14:tracePt t="121934" x="2208213" y="4997450"/>
          <p14:tracePt t="121944" x="2200275" y="5022850"/>
          <p14:tracePt t="121954" x="2200275" y="5038725"/>
          <p14:tracePt t="121963" x="2200275" y="5056188"/>
          <p14:tracePt t="121973" x="2200275" y="5073650"/>
          <p14:tracePt t="121984" x="2208213" y="5081588"/>
          <p14:tracePt t="121994" x="2225675" y="5091113"/>
          <p14:tracePt t="122003" x="2235200" y="5099050"/>
          <p14:tracePt t="122013" x="2251075" y="5106988"/>
          <p14:tracePt t="122022" x="2276475" y="5116513"/>
          <p14:tracePt t="122032" x="2286000" y="5116513"/>
          <p14:tracePt t="122043" x="2311400" y="5116513"/>
          <p14:tracePt t="122052" x="2327275" y="5116513"/>
          <p14:tracePt t="122063" x="2344738" y="5106988"/>
          <p14:tracePt t="122073" x="2352675" y="5091113"/>
          <p14:tracePt t="122083" x="2362200" y="5081588"/>
          <p14:tracePt t="122092" x="2370138" y="5064125"/>
          <p14:tracePt t="122102" x="2370138" y="5048250"/>
          <p14:tracePt t="122113" x="2370138" y="5038725"/>
          <p14:tracePt t="122122" x="2370138" y="5022850"/>
          <p14:tracePt t="122131" x="2370138" y="5013325"/>
          <p14:tracePt t="122141" x="2362200" y="5005388"/>
          <p14:tracePt t="122152" x="2352675" y="4997450"/>
          <p14:tracePt t="122162" x="2344738" y="4987925"/>
          <p14:tracePt t="122171" x="2336800" y="4987925"/>
          <p14:tracePt t="122181" x="2319338" y="4979988"/>
          <p14:tracePt t="122192" x="2311400" y="4979988"/>
          <p14:tracePt t="122202" x="2301875" y="4979988"/>
          <p14:tracePt t="122212" x="2293938" y="4979988"/>
          <p14:tracePt t="122221" x="2286000" y="4979988"/>
          <p14:tracePt t="122251" x="2286000" y="4987925"/>
          <p14:tracePt t="122261" x="2276475" y="4987925"/>
          <p14:tracePt t="122270" x="2276475" y="4997450"/>
          <p14:tracePt t="122312" x="2276475" y="5005388"/>
          <p14:tracePt t="122330" x="2276475" y="5013325"/>
          <p14:tracePt t="122380" x="2286000" y="5013325"/>
          <p14:tracePt t="122499" x="2286000" y="5022850"/>
          <p14:tracePt t="122559" x="2293938" y="5030788"/>
          <p14:tracePt t="122588" x="2293938" y="5038725"/>
          <p14:tracePt t="122618" x="2301875" y="5048250"/>
          <p14:tracePt t="122628" x="2311400" y="5064125"/>
          <p14:tracePt t="122637" x="2319338" y="5064125"/>
          <p14:tracePt t="122647" x="2319338" y="5081588"/>
          <p14:tracePt t="122657" x="2319338" y="5091113"/>
          <p14:tracePt t="122667" x="2327275" y="5106988"/>
          <p14:tracePt t="122678" x="2336800" y="5124450"/>
          <p14:tracePt t="122687" x="2344738" y="5141913"/>
          <p14:tracePt t="122697" x="2344738" y="5157788"/>
          <p14:tracePt t="122708" x="2352675" y="5175250"/>
          <p14:tracePt t="122717" x="2362200" y="5192713"/>
          <p14:tracePt t="122728" x="2362200" y="5200650"/>
          <p14:tracePt t="122737" x="2370138" y="5226050"/>
          <p14:tracePt t="122746" x="2370138" y="5243513"/>
          <p14:tracePt t="122756" x="2379663" y="5251450"/>
          <p14:tracePt t="122766" x="2379663" y="5268913"/>
          <p14:tracePt t="122778" x="2379663" y="5286375"/>
          <p14:tracePt t="122786" x="2379663" y="5294313"/>
          <p14:tracePt t="122795" x="2379663" y="5311775"/>
          <p14:tracePt t="129931" x="2719388" y="5124450"/>
          <p14:tracePt t="129942" x="3355975" y="4860925"/>
          <p14:tracePt t="129951" x="4017963" y="4657725"/>
          <p14:tracePt t="129961" x="4732338" y="4529138"/>
          <p14:tracePt t="129971" x="5284788" y="4460875"/>
          <p14:tracePt t="129981" x="5946775" y="4445000"/>
          <p14:tracePt t="129991" x="6465888" y="4445000"/>
          <p14:tracePt t="130001" x="7051675" y="4478338"/>
          <p14:tracePt t="130011" x="7493000" y="4513263"/>
          <p14:tracePt t="130022" x="7859713" y="4589463"/>
          <p14:tracePt t="130031" x="8189913" y="4640263"/>
          <p14:tracePt t="130041" x="8420100" y="4699000"/>
          <p14:tracePt t="130051" x="8539163" y="4733925"/>
          <p14:tracePt t="130061" x="8564563" y="4741863"/>
          <p14:tracePt t="130072" x="8589963" y="4749800"/>
          <p14:tracePt t="130408" x="8716963" y="4733925"/>
          <p14:tracePt t="130417" x="8937625" y="4699000"/>
          <p14:tracePt t="130427" x="9048750" y="4691063"/>
          <p14:tracePt t="130437" x="9091613" y="4691063"/>
          <p14:tracePt t="130446" x="9124950" y="4691063"/>
          <p14:tracePt t="130457" x="9150350" y="4699000"/>
          <p14:tracePt t="130467" x="9175750" y="4708525"/>
          <p14:tracePt t="130477" x="9183688" y="4716463"/>
          <p14:tracePt t="130487" x="9201150" y="4724400"/>
          <p14:tracePt t="130496" x="9209088" y="4724400"/>
          <p14:tracePt t="130506" x="9218613" y="4733925"/>
          <p14:tracePt t="130517" x="9226550" y="4741863"/>
          <p14:tracePt t="130526" x="9236075" y="4749800"/>
          <p14:tracePt t="130537" x="9244013" y="4749800"/>
          <p14:tracePt t="130545" x="9251950" y="4767263"/>
          <p14:tracePt t="130556" x="9261475" y="4784725"/>
          <p14:tracePt t="130567" x="9269413" y="4792663"/>
          <p14:tracePt t="130576" x="9277350" y="4810125"/>
          <p14:tracePt t="130587" x="9277350" y="4827588"/>
          <p14:tracePt t="130595" x="9286875" y="4843463"/>
          <p14:tracePt t="130605" x="9294813" y="4852988"/>
          <p14:tracePt t="130617" x="9302750" y="4860925"/>
          <p14:tracePt t="130625" x="9302750" y="4868863"/>
          <p14:tracePt t="130636" x="9312275" y="4886325"/>
          <p14:tracePt t="130645" x="9312275" y="4894263"/>
          <p14:tracePt t="130656" x="9320213" y="4903788"/>
          <p14:tracePt t="130665" x="9320213" y="4919663"/>
          <p14:tracePt t="130674" x="9320213" y="4929188"/>
          <p14:tracePt t="130686" x="9328150" y="4937125"/>
          <p14:tracePt t="130695" x="9337675" y="4954588"/>
          <p14:tracePt t="130705" x="9337675" y="4962525"/>
          <p14:tracePt t="130715" x="9345613" y="4972050"/>
          <p14:tracePt t="130724" x="9353550" y="4987925"/>
          <p14:tracePt t="130735" x="9353550" y="5013325"/>
          <p14:tracePt t="130745" x="9363075" y="5030788"/>
          <p14:tracePt t="130755" x="9363075" y="5038725"/>
          <p14:tracePt t="130764" x="9363075" y="5056188"/>
          <p14:tracePt t="130774" x="9371013" y="5073650"/>
          <p14:tracePt t="130785" x="9380538" y="5081588"/>
          <p14:tracePt t="130793" x="9380538" y="5099050"/>
          <p14:tracePt t="130804" x="9388475" y="5116513"/>
          <p14:tracePt t="130814" x="9388475" y="5124450"/>
          <p14:tracePt t="130824" x="9396413" y="5132388"/>
          <p14:tracePt t="130834" x="9396413" y="5141913"/>
          <p14:tracePt t="130844" x="9396413" y="5149850"/>
          <p14:tracePt t="130854" x="9396413" y="5167313"/>
          <p14:tracePt t="130863" x="9405938" y="5175250"/>
          <p14:tracePt t="130874" x="9405938" y="5192713"/>
          <p14:tracePt t="130885" x="9413875" y="5200650"/>
          <p14:tracePt t="130904" x="9421813" y="5218113"/>
          <p14:tracePt t="130912" x="9421813" y="5226050"/>
          <p14:tracePt t="130933" x="9421813" y="5235575"/>
          <p14:tracePt t="130943" x="9421813" y="5243513"/>
          <p14:tracePt t="130963" x="9421813" y="5251450"/>
          <p14:tracePt t="130983" x="9421813" y="5260975"/>
          <p14:tracePt t="130992" x="9405938" y="5268913"/>
          <p14:tracePt t="131004" x="9396413" y="5268913"/>
          <p14:tracePt t="131013" x="9371013" y="5268913"/>
          <p14:tracePt t="131022" x="9345613" y="5268913"/>
          <p14:tracePt t="131033" x="9328150" y="5268913"/>
          <p14:tracePt t="131042" x="9302750" y="5268913"/>
          <p14:tracePt t="131053" x="9286875" y="5260975"/>
          <p14:tracePt t="131062" x="9269413" y="5260975"/>
          <p14:tracePt t="131071" x="9251950" y="5251450"/>
          <p14:tracePt t="131082" x="9236075" y="5243513"/>
          <p14:tracePt t="131091" x="9226550" y="5235575"/>
          <p14:tracePt t="131102" x="9209088" y="5235575"/>
          <p14:tracePt t="131111" x="9201150" y="5235575"/>
          <p14:tracePt t="131121" x="9201150" y="5226050"/>
          <p14:tracePt t="131134" x="9193213" y="5226050"/>
          <p14:tracePt t="131141" x="9183688" y="5218113"/>
          <p14:tracePt t="131152" x="9175750" y="5218113"/>
          <p14:tracePt t="131160" x="9175750" y="5208588"/>
          <p14:tracePt t="131171" x="9167813" y="5208588"/>
          <p14:tracePt t="131191" x="9158288" y="5200650"/>
          <p14:tracePt t="131201" x="9158288" y="5192713"/>
          <p14:tracePt t="131221" x="9158288" y="5175250"/>
          <p14:tracePt t="131232" x="9158288" y="5149850"/>
          <p14:tracePt t="131240" x="9158288" y="5141913"/>
          <p14:tracePt t="131251" x="9167813" y="5116513"/>
          <p14:tracePt t="131260" x="9183688" y="5091113"/>
          <p14:tracePt t="131271" x="9201150" y="5073650"/>
          <p14:tracePt t="131280" x="9209088" y="5064125"/>
          <p14:tracePt t="131290" x="9226550" y="5048250"/>
          <p14:tracePt t="131300" x="9244013" y="5030788"/>
          <p14:tracePt t="131310" x="9269413" y="5013325"/>
          <p14:tracePt t="131320" x="9286875" y="5005388"/>
          <p14:tracePt t="131330" x="9302750" y="4997450"/>
          <p14:tracePt t="131341" x="9328150" y="4997450"/>
          <p14:tracePt t="131351" x="9353550" y="4987925"/>
          <p14:tracePt t="131359" x="9396413" y="4979988"/>
          <p14:tracePt t="131371" x="9439275" y="4979988"/>
          <p14:tracePt t="131379" x="9490075" y="4962525"/>
          <p14:tracePt t="131389" x="9515475" y="4962525"/>
          <p14:tracePt t="131400" x="9550400" y="4962525"/>
          <p14:tracePt t="131409" x="9575800" y="4962525"/>
          <p14:tracePt t="131420" x="9591675" y="4962525"/>
          <p14:tracePt t="131430" x="9617075" y="4972050"/>
          <p14:tracePt t="131438" x="9642475" y="4979988"/>
          <p14:tracePt t="131450" x="9659938" y="4997450"/>
          <p14:tracePt t="131458" x="9677400" y="5005388"/>
          <p14:tracePt t="131470" x="9694863" y="5013325"/>
          <p14:tracePt t="131478" x="9710738" y="5030788"/>
          <p14:tracePt t="131488" x="9728200" y="5038725"/>
          <p14:tracePt t="131498" x="9728200" y="5048250"/>
          <p14:tracePt t="131508" x="9745663" y="5064125"/>
          <p14:tracePt t="131519" x="9761538" y="5073650"/>
          <p14:tracePt t="131527" x="9771063" y="5091113"/>
          <p14:tracePt t="131537" x="9779000" y="5106988"/>
          <p14:tracePt t="131548" x="9779000" y="5116513"/>
          <p14:tracePt t="131558" x="9779000" y="5132388"/>
          <p14:tracePt t="131568" x="9779000" y="5149850"/>
          <p14:tracePt t="131577" x="9779000" y="5157788"/>
          <p14:tracePt t="131586" x="9779000" y="5175250"/>
          <p14:tracePt t="131600" x="9779000" y="5192713"/>
          <p14:tracePt t="131607" x="9779000" y="5208588"/>
          <p14:tracePt t="131618" x="9779000" y="5226050"/>
          <p14:tracePt t="131627" x="9779000" y="5243513"/>
          <p14:tracePt t="131637" x="9771063" y="5251450"/>
          <p14:tracePt t="131648" x="9761538" y="5268913"/>
          <p14:tracePt t="131656" x="9753600" y="5286375"/>
          <p14:tracePt t="131668" x="9736138" y="5302250"/>
          <p14:tracePt t="131676" x="9728200" y="5311775"/>
          <p14:tracePt t="131687" x="9710738" y="5319713"/>
          <p14:tracePt t="131696" x="9685338" y="5337175"/>
          <p14:tracePt t="131706" x="9652000" y="5353050"/>
          <p14:tracePt t="131717" x="9447213" y="5380038"/>
          <p14:tracePt t="131725" x="9209088" y="5395913"/>
          <p14:tracePt t="131736" x="9031288" y="5387975"/>
          <p14:tracePt t="131745" x="8937625" y="5380038"/>
          <p14:tracePt t="131755" x="8894763" y="5370513"/>
          <p14:tracePt t="131767" x="8869363" y="5362575"/>
          <p14:tracePt t="131775" x="8853488" y="5353050"/>
          <p14:tracePt t="131786" x="8836025" y="5345113"/>
          <p14:tracePt t="131795" x="8828088" y="5345113"/>
          <p14:tracePt t="131805" x="8818563" y="5345113"/>
          <p14:tracePt t="131816" x="8818563" y="5337175"/>
          <p14:tracePt t="131836" x="8810625" y="5337175"/>
          <p14:tracePt t="131854" x="8802688" y="5327650"/>
          <p14:tracePt t="131875" x="8793163" y="5319713"/>
          <p14:tracePt t="137620" x="8793163" y="5311775"/>
          <p14:tracePt t="137631" x="8793163" y="5302250"/>
          <p14:tracePt t="137660" x="8793163" y="5294313"/>
          <p14:tracePt t="137680" x="8793163" y="5286375"/>
          <p14:tracePt t="137937" x="8793163" y="5276850"/>
          <p14:tracePt t="138016" x="8793163" y="5268913"/>
          <p14:tracePt t="138702" x="8793163" y="5260975"/>
          <p14:tracePt t="138730" x="8802688" y="5260975"/>
          <p14:tracePt t="138750" x="8810625" y="5260975"/>
          <p14:tracePt t="138759" x="8810625" y="5251450"/>
          <p14:tracePt t="138769" x="8818563" y="5251450"/>
          <p14:tracePt t="138779" x="8828088" y="5243513"/>
          <p14:tracePt t="138793" x="8836025" y="5243513"/>
          <p14:tracePt t="138799" x="8861425" y="5235575"/>
          <p14:tracePt t="138810" x="8886825" y="5226050"/>
          <p14:tracePt t="138820" x="8904288" y="5218113"/>
          <p14:tracePt t="138830" x="8937625" y="5218113"/>
          <p14:tracePt t="138840" x="8963025" y="5218113"/>
          <p14:tracePt t="138850" x="8988425" y="5218113"/>
          <p14:tracePt t="138859" x="9005888" y="5208588"/>
          <p14:tracePt t="138870" x="9039225" y="5208588"/>
          <p14:tracePt t="138880" x="9064625" y="5200650"/>
          <p14:tracePt t="138892" x="9074150" y="5200650"/>
          <p14:tracePt t="138899" x="9099550" y="5192713"/>
          <p14:tracePt t="138910" x="9117013" y="5192713"/>
          <p14:tracePt t="138919" x="9124950" y="5192713"/>
          <p14:tracePt t="138930" x="9142413" y="5183188"/>
          <p14:tracePt t="138938" x="9150350" y="5183188"/>
          <p14:tracePt t="138948" x="9158288" y="5183188"/>
          <p14:tracePt t="138959" x="9158288" y="5175250"/>
          <p14:tracePt t="138968" x="9175750" y="5175250"/>
          <p14:tracePt t="138988" x="9183688" y="5175250"/>
          <p14:tracePt t="138997" x="9193213" y="5175250"/>
          <p14:tracePt t="139009" x="9201150" y="5167313"/>
          <p14:tracePt t="139017" x="9201150" y="5157788"/>
          <p14:tracePt t="139028" x="9218613" y="5157788"/>
          <p14:tracePt t="139037" x="9226550" y="5149850"/>
          <p14:tracePt t="139058" x="9244013" y="5141913"/>
          <p14:tracePt t="139067" x="9251950" y="5141913"/>
          <p14:tracePt t="139077" x="9261475" y="5132388"/>
          <p14:tracePt t="139087" x="9277350" y="5124450"/>
          <p14:tracePt t="139097" x="9294813" y="5124450"/>
          <p14:tracePt t="139108" x="9312275" y="5124450"/>
          <p14:tracePt t="139117" x="9328150" y="5124450"/>
          <p14:tracePt t="139127" x="9345613" y="5116513"/>
          <p14:tracePt t="139136" x="9363075" y="5116513"/>
          <p14:tracePt t="139147" x="9380538" y="5116513"/>
          <p14:tracePt t="139157" x="9396413" y="5116513"/>
          <p14:tracePt t="139166" x="9405938" y="5116513"/>
          <p14:tracePt t="139176" x="9413875" y="5116513"/>
          <p14:tracePt t="139186" x="9421813" y="5116513"/>
          <p14:tracePt t="139196" x="9439275" y="5116513"/>
          <p14:tracePt t="139216" x="9447213" y="5116513"/>
          <p14:tracePt t="139227" x="9464675" y="5116513"/>
          <p14:tracePt t="139247" x="9472613" y="5116513"/>
          <p14:tracePt t="139255" x="9482138" y="5116513"/>
          <p14:tracePt t="139275" x="9490075" y="5116513"/>
          <p14:tracePt t="139285" x="9498013" y="5116513"/>
          <p14:tracePt t="139305" x="9507538" y="5116513"/>
          <p14:tracePt t="139335" x="9515475" y="5116513"/>
          <p14:tracePt t="139374" x="9523413" y="5116513"/>
          <p14:tracePt t="139444" x="9532938" y="5116513"/>
          <p14:tracePt t="139474" x="9540875" y="5116513"/>
          <p14:tracePt t="139495" x="9540875" y="5106988"/>
          <p14:tracePt t="139503" x="9550400" y="5106988"/>
          <p14:tracePt t="139543" x="9558338" y="5106988"/>
          <p14:tracePt t="139573" x="9566275" y="5106988"/>
          <p14:tracePt t="139632" x="9575800" y="5106988"/>
          <p14:tracePt t="139711" x="9575800" y="5099050"/>
          <p14:tracePt t="139771" x="9583738" y="5099050"/>
          <p14:tracePt t="139782" x="9591675" y="5091113"/>
          <p14:tracePt t="139801" x="9601200" y="5091113"/>
          <p14:tracePt t="139812" x="9617075" y="5091113"/>
          <p14:tracePt t="139831" x="9634538" y="5081588"/>
          <p14:tracePt t="139841" x="9642475" y="5081588"/>
          <p14:tracePt t="139851" x="9652000" y="5073650"/>
          <p14:tracePt t="139863" x="9659938" y="5073650"/>
          <p14:tracePt t="139869" x="9667875" y="5073650"/>
          <p14:tracePt t="139880" x="9677400" y="5073650"/>
          <p14:tracePt t="139893" x="9685338" y="5064125"/>
          <p14:tracePt t="139910" x="9694863" y="5064125"/>
          <p14:tracePt t="139920" x="9702800" y="5064125"/>
          <p14:tracePt t="139930" x="9710738" y="5064125"/>
          <p14:tracePt t="139950" x="9720263" y="5064125"/>
          <p14:tracePt t="139960" x="9728200" y="5064125"/>
          <p14:tracePt t="139991" x="9736138" y="5064125"/>
          <p14:tracePt t="139999" x="9745663" y="5064125"/>
          <p14:tracePt t="140010" x="9753600" y="5064125"/>
          <p14:tracePt t="140050" x="9761538" y="5064125"/>
          <p14:tracePt t="140060" x="9771063" y="5064125"/>
          <p14:tracePt t="140079" x="9779000" y="5064125"/>
          <p14:tracePt t="140099" x="9786938" y="5064125"/>
          <p14:tracePt t="140108" x="9796463" y="5064125"/>
          <p14:tracePt t="140118" x="9804400" y="5064125"/>
          <p14:tracePt t="140128" x="9812338" y="5064125"/>
          <p14:tracePt t="140138" x="9821863" y="5064125"/>
          <p14:tracePt t="140158" x="9829800" y="5064125"/>
          <p14:tracePt t="140168" x="9847263" y="5064125"/>
          <p14:tracePt t="140188" x="9847263" y="5073650"/>
          <p14:tracePt t="140198" x="9855200" y="5073650"/>
          <p14:tracePt t="140209" x="9864725" y="5073650"/>
          <p14:tracePt t="140228" x="9872663" y="5073650"/>
          <p14:tracePt t="140237" x="9872663" y="5081588"/>
          <p14:tracePt t="140247" x="9880600" y="5081588"/>
          <p14:tracePt t="140267" x="9890125" y="5081588"/>
          <p14:tracePt t="140278" x="9898063" y="5081588"/>
          <p14:tracePt t="140296" x="9906000" y="5091113"/>
          <p14:tracePt t="140328" x="9915525" y="5099050"/>
          <p14:tracePt t="140346" x="9923463" y="5099050"/>
          <p14:tracePt t="140396" x="9931400" y="5099050"/>
          <p14:tracePt t="140416" x="9931400" y="5106988"/>
          <p14:tracePt t="140426" x="9940925" y="5106988"/>
          <p14:tracePt t="140435" x="9948863" y="5106988"/>
          <p14:tracePt t="140456" x="9948863" y="5116513"/>
          <p14:tracePt t="140465" x="9956800" y="5116513"/>
          <p14:tracePt t="140495" x="9966325" y="5124450"/>
          <p14:tracePt t="140524" x="9974263" y="5124450"/>
          <p14:tracePt t="140534" x="9983788" y="5124450"/>
          <p14:tracePt t="140545" x="9991725" y="5124450"/>
          <p14:tracePt t="140574" x="10009188" y="5132388"/>
          <p14:tracePt t="140595" x="10017125" y="5141913"/>
          <p14:tracePt t="140613" x="10025063" y="5141913"/>
          <p14:tracePt t="140634" x="10034588" y="5141913"/>
          <p14:tracePt t="140644" x="10034588" y="5149850"/>
          <p14:tracePt t="140654" x="10042525" y="5149850"/>
          <p14:tracePt t="140663" x="10050463" y="5157788"/>
          <p14:tracePt t="140674" x="10059988" y="5157788"/>
          <p14:tracePt t="140694" x="10059988" y="5167313"/>
          <p14:tracePt t="140703" x="10067925" y="5167313"/>
          <p14:tracePt t="140724" x="10075863" y="5167313"/>
          <p14:tracePt t="140762" x="10075863" y="5175250"/>
          <p14:tracePt t="140793" x="10085388" y="5175250"/>
          <p14:tracePt t="140802" x="10085388" y="5183188"/>
          <p14:tracePt t="140902" x="10085388" y="5192713"/>
          <p14:tracePt t="140912" x="10085388" y="5200650"/>
          <p14:tracePt t="140921" x="10085388" y="5208588"/>
          <p14:tracePt t="140944" x="10093325" y="5226050"/>
          <p14:tracePt t="140951" x="10093325" y="5235575"/>
          <p14:tracePt t="140961" x="10093325" y="5243513"/>
          <p14:tracePt t="140971" x="10093325" y="5251450"/>
          <p14:tracePt t="140981" x="10101263" y="5260975"/>
          <p14:tracePt t="140990" x="10101263" y="5276850"/>
          <p14:tracePt t="141000" x="10101263" y="5294313"/>
          <p14:tracePt t="141011" x="10101263" y="5302250"/>
          <p14:tracePt t="141020" x="10110788" y="5319713"/>
          <p14:tracePt t="141030" x="10110788" y="5327650"/>
          <p14:tracePt t="141041" x="10110788" y="5337175"/>
          <p14:tracePt t="141050" x="10110788" y="5353050"/>
          <p14:tracePt t="141063" x="10110788" y="5362575"/>
          <p14:tracePt t="141071" x="10118725" y="5370513"/>
          <p14:tracePt t="141080" x="10118725" y="5387975"/>
          <p14:tracePt t="141101" x="10126663" y="5395913"/>
          <p14:tracePt t="141111" x="10126663" y="5405438"/>
          <p14:tracePt t="141130" x="10126663" y="5413375"/>
          <p14:tracePt t="141150" x="10136188" y="5421313"/>
          <p14:tracePt t="141169" x="10136188" y="5430838"/>
          <p14:tracePt t="141219" x="10136188" y="5438775"/>
          <p14:tracePt t="141249" x="10136188" y="5446713"/>
          <p14:tracePt t="142380" x="10059988" y="5294313"/>
          <p14:tracePt t="142389" x="9839325" y="4868863"/>
          <p14:tracePt t="142399" x="9642475" y="4452938"/>
          <p14:tracePt t="142409" x="9490075" y="4070350"/>
          <p14:tracePt t="142418" x="9371013" y="3824288"/>
          <p14:tracePt t="142429" x="9244013" y="3594100"/>
          <p14:tracePt t="142439" x="9099550" y="3390900"/>
          <p14:tracePt t="142449" x="8980488" y="3238500"/>
          <p14:tracePt t="142460" x="8843963" y="3119438"/>
          <p14:tracePt t="142468" x="8750300" y="3051175"/>
          <p14:tracePt t="142478" x="8666163" y="3000375"/>
          <p14:tracePt t="142489" x="8496300" y="2965450"/>
          <p14:tracePt t="142498" x="8291513" y="2949575"/>
          <p14:tracePt t="142509" x="8012113" y="2974975"/>
          <p14:tracePt t="142518" x="7740650" y="3025775"/>
          <p14:tracePt t="142527" x="7493000" y="3119438"/>
          <p14:tracePt t="142540" x="7297738" y="3228975"/>
          <p14:tracePt t="142548" x="7246938" y="3263900"/>
          <p14:tracePt t="142559" x="7213600" y="3297238"/>
          <p14:tracePt t="142568" x="7188200" y="3322638"/>
          <p14:tracePt t="142577" x="7170738" y="3340100"/>
          <p14:tracePt t="142589" x="7153275" y="3355975"/>
          <p14:tracePt t="142596" x="7153275" y="3382963"/>
          <p14:tracePt t="142608" x="7145338" y="3408363"/>
          <p14:tracePt t="142617" x="7145338" y="3424238"/>
          <p14:tracePt t="142626" x="7145338" y="3459163"/>
          <p14:tracePt t="142638" x="7145338" y="3484563"/>
          <p14:tracePt t="142647" x="7145338" y="3517900"/>
          <p14:tracePt t="142657" x="7153275" y="3535363"/>
          <p14:tracePt t="142666" x="7162800" y="3568700"/>
          <p14:tracePt t="142677" x="7178675" y="3594100"/>
          <p14:tracePt t="142687" x="7188200" y="3629025"/>
          <p14:tracePt t="142696" x="7204075" y="3654425"/>
          <p14:tracePt t="142707" x="7229475" y="3687763"/>
          <p14:tracePt t="142715" x="7256463" y="3713163"/>
          <p14:tracePt t="142726" x="7281863" y="3748088"/>
          <p14:tracePt t="142736" x="7315200" y="3781425"/>
          <p14:tracePt t="142746" x="7348538" y="3816350"/>
          <p14:tracePt t="142756" x="7383463" y="3841750"/>
          <p14:tracePt t="142766" x="7426325" y="3867150"/>
          <p14:tracePt t="142776" x="7459663" y="3892550"/>
          <p14:tracePt t="142786" x="7510463" y="3917950"/>
          <p14:tracePt t="142795" x="7570788" y="3943350"/>
          <p14:tracePt t="142806" x="7629525" y="3951288"/>
          <p14:tracePt t="142816" x="7672388" y="3968750"/>
          <p14:tracePt t="142826" x="7723188" y="3976688"/>
          <p14:tracePt t="142835" x="7756525" y="3976688"/>
          <p14:tracePt t="142845" x="7773988" y="3976688"/>
          <p14:tracePt t="142855" x="7791450" y="3976688"/>
          <p14:tracePt t="142865" x="7799388" y="3976688"/>
          <p14:tracePt t="142875" x="7816850" y="3976688"/>
          <p14:tracePt t="142895" x="7824788" y="3976688"/>
          <p14:tracePt t="142906" x="7832725" y="3960813"/>
          <p14:tracePt t="142915" x="7832725" y="3951288"/>
          <p14:tracePt t="142925" x="7832725" y="3908425"/>
          <p14:tracePt t="142934" x="7773988" y="3738563"/>
          <p14:tracePt t="142944" x="7705725" y="3552825"/>
          <p14:tracePt t="142956" x="7680325" y="3509963"/>
          <p14:tracePt t="142964" x="7662863" y="3484563"/>
          <p14:tracePt t="142976" x="7654925" y="3467100"/>
          <p14:tracePt t="142984" x="7637463" y="3459163"/>
          <p14:tracePt t="142994" x="7612063" y="3459163"/>
          <p14:tracePt t="143006" x="7596188" y="3459163"/>
          <p14:tracePt t="143013" x="7561263" y="3467100"/>
          <p14:tracePt t="143025" x="7400925" y="3578225"/>
          <p14:tracePt t="143033" x="7196138" y="3790950"/>
          <p14:tracePt t="143044" x="7051675" y="3994150"/>
          <p14:tracePt t="143056" x="6924675" y="4224338"/>
          <p14:tracePt t="143063" x="6864350" y="4376738"/>
          <p14:tracePt t="143074" x="6856413" y="4427538"/>
          <p14:tracePt t="143083" x="6856413" y="4486275"/>
          <p14:tracePt t="143093" x="6856413" y="4529138"/>
          <p14:tracePt t="143102" x="6856413" y="4572000"/>
          <p14:tracePt t="143112" x="6864350" y="4605338"/>
          <p14:tracePt t="143123" x="6873875" y="4630738"/>
          <p14:tracePt t="143132" x="6889750" y="4657725"/>
          <p14:tracePt t="143142" x="6915150" y="4673600"/>
          <p14:tracePt t="143152" x="6942138" y="4699000"/>
          <p14:tracePt t="143162" x="6992938" y="4733925"/>
          <p14:tracePt t="143172" x="7145338" y="4810125"/>
          <p14:tracePt t="143182" x="7332663" y="4894263"/>
          <p14:tracePt t="143193" x="7545388" y="4972050"/>
          <p14:tracePt t="143202" x="7740650" y="5013325"/>
          <p14:tracePt t="143211" x="7816850" y="5022850"/>
          <p14:tracePt t="143222" x="7842250" y="5022850"/>
          <p14:tracePt t="143232" x="7875588" y="5022850"/>
          <p14:tracePt t="143243" x="7900988" y="5022850"/>
          <p14:tracePt t="143252" x="7910513" y="5022850"/>
          <p14:tracePt t="143262" x="7918450" y="5022850"/>
          <p14:tracePt t="143272" x="7926388" y="5022850"/>
          <p14:tracePt t="143281" x="7926388" y="4997450"/>
          <p14:tracePt t="143293" x="7926388" y="4827588"/>
          <p14:tracePt t="143301" x="7773988" y="4283075"/>
          <p14:tracePt t="143311" x="7586663" y="3730625"/>
          <p14:tracePt t="143322" x="7408863" y="3348038"/>
          <p14:tracePt t="143331" x="7332663" y="3203575"/>
          <p14:tracePt t="143343" x="7307263" y="3170238"/>
          <p14:tracePt t="143351" x="7281863" y="3152775"/>
          <p14:tracePt t="143360" x="7272338" y="3135313"/>
          <p14:tracePt t="143371" x="7256463" y="3135313"/>
          <p14:tracePt t="143380" x="7229475" y="3135313"/>
          <p14:tracePt t="143393" x="7221538" y="3135313"/>
          <p14:tracePt t="143400" x="7196138" y="3135313"/>
          <p14:tracePt t="143410" x="7170738" y="3135313"/>
          <p14:tracePt t="143422" x="7137400" y="3152775"/>
          <p14:tracePt t="143430" x="7085013" y="3178175"/>
          <p14:tracePt t="143443" x="7034213" y="3221038"/>
          <p14:tracePt t="143450" x="7000875" y="3254375"/>
          <p14:tracePt t="143460" x="6932613" y="3348038"/>
          <p14:tracePt t="143470" x="6881813" y="3441700"/>
          <p14:tracePt t="143480" x="6864350" y="3502025"/>
          <p14:tracePt t="143489" x="6856413" y="3543300"/>
          <p14:tracePt t="143500" x="6848475" y="3578225"/>
          <p14:tracePt t="143509" x="6848475" y="3611563"/>
          <p14:tracePt t="143520" x="6848475" y="3636963"/>
          <p14:tracePt t="143530" x="6848475" y="3654425"/>
          <p14:tracePt t="143539" x="6856413" y="3679825"/>
          <p14:tracePt t="143550" x="6873875" y="3705225"/>
          <p14:tracePt t="143560" x="6881813" y="3722688"/>
          <p14:tracePt t="143571" x="6907213" y="3748088"/>
          <p14:tracePt t="143579" x="6958013" y="3781425"/>
          <p14:tracePt t="143591" x="7119938" y="3875088"/>
          <p14:tracePt t="143597" x="7340600" y="4002088"/>
          <p14:tracePt t="143609" x="7561263" y="4095750"/>
          <p14:tracePt t="143619" x="7799388" y="4197350"/>
          <p14:tracePt t="143627" x="8037513" y="4275138"/>
          <p14:tracePt t="143638" x="8189913" y="4325938"/>
          <p14:tracePt t="143648" x="8232775" y="4333875"/>
          <p14:tracePt t="143659" x="8266113" y="4333875"/>
          <p14:tracePt t="143668" x="8283575" y="4341813"/>
          <p14:tracePt t="143678" x="8308975" y="4341813"/>
          <p14:tracePt t="143688" x="8326438" y="4341813"/>
          <p14:tracePt t="143709" x="8343900" y="4341813"/>
          <p14:tracePt t="143717" x="8343900" y="4333875"/>
          <p14:tracePt t="143727" x="8351838" y="4325938"/>
          <p14:tracePt t="143739" x="8359775" y="4300538"/>
          <p14:tracePt t="143748" x="8359775" y="4214813"/>
          <p14:tracePt t="143758" x="8343900" y="4027488"/>
          <p14:tracePt t="143767" x="8334375" y="3986213"/>
          <p14:tracePt t="143777" x="8326438" y="3960813"/>
          <p14:tracePt t="143788" x="8318500" y="3935413"/>
          <p14:tracePt t="143796" x="8308975" y="3935413"/>
          <p14:tracePt t="143808" x="8301038" y="3925888"/>
          <p14:tracePt t="143817" x="8291513" y="3908425"/>
          <p14:tracePt t="143827" x="8275638" y="3908425"/>
          <p14:tracePt t="143836" x="8258175" y="3900488"/>
          <p14:tracePt t="143846" x="8250238" y="3900488"/>
          <p14:tracePt t="143857" x="8232775" y="3892550"/>
          <p14:tracePt t="143867" x="8207375" y="3892550"/>
          <p14:tracePt t="143876" x="8189913" y="3892550"/>
          <p14:tracePt t="143888" x="8156575" y="3900488"/>
          <p14:tracePt t="143895" x="8113713" y="3925888"/>
          <p14:tracePt t="143906" x="7986713" y="4070350"/>
          <p14:tracePt t="143916" x="7859713" y="4232275"/>
          <p14:tracePt t="143926" x="7807325" y="4308475"/>
          <p14:tracePt t="143938" x="7791450" y="4351338"/>
          <p14:tracePt t="143945" x="7781925" y="4384675"/>
          <p14:tracePt t="143956" x="7766050" y="4410075"/>
          <p14:tracePt t="143965" x="7756525" y="4435475"/>
          <p14:tracePt t="143975" x="7756525" y="4452938"/>
          <p14:tracePt t="143986" x="7756525" y="4470400"/>
          <p14:tracePt t="143995" x="7756525" y="4486275"/>
          <p14:tracePt t="144006" x="7756525" y="4495800"/>
          <p14:tracePt t="144015" x="7756525" y="4513263"/>
          <p14:tracePt t="144025" x="7756525" y="4529138"/>
          <p14:tracePt t="144035" x="7766050" y="4538663"/>
          <p14:tracePt t="144045" x="7773988" y="4554538"/>
          <p14:tracePt t="144054" x="7791450" y="4579938"/>
          <p14:tracePt t="144064" x="7824788" y="4605338"/>
          <p14:tracePt t="144076" x="8004175" y="4699000"/>
          <p14:tracePt t="144084" x="8215313" y="4792663"/>
          <p14:tracePt t="144094" x="8428038" y="4886325"/>
          <p14:tracePt t="144104" x="8496300" y="4911725"/>
          <p14:tracePt t="144114" x="8539163" y="4929188"/>
          <p14:tracePt t="144126" x="8564563" y="4929188"/>
          <p14:tracePt t="144134" x="8580438" y="4937125"/>
          <p14:tracePt t="144144" x="8589963" y="4946650"/>
          <p14:tracePt t="144155" x="8597900" y="4946650"/>
          <p14:tracePt t="144164" x="8605838" y="4946650"/>
          <p14:tracePt t="144502" x="8658225" y="4792663"/>
          <p14:tracePt t="144511" x="8869363" y="4452938"/>
          <p14:tracePt t="144521" x="9099550" y="4181475"/>
          <p14:tracePt t="144531" x="9328150" y="3960813"/>
          <p14:tracePt t="144542" x="9498013" y="3841750"/>
          <p14:tracePt t="144551" x="9685338" y="3773488"/>
          <p14:tracePt t="144561" x="9771063" y="3756025"/>
          <p14:tracePt t="144571" x="9880600" y="3763963"/>
          <p14:tracePt t="144581" x="9999663" y="3790950"/>
          <p14:tracePt t="144591" x="10059988" y="3816350"/>
          <p14:tracePt t="144600" x="10110788" y="3849688"/>
          <p14:tracePt t="144610" x="10136188" y="3875088"/>
          <p14:tracePt t="144620" x="10161588" y="3883025"/>
          <p14:tracePt t="144630" x="10179050" y="3917950"/>
          <p14:tracePt t="144642" x="10186988" y="3935413"/>
          <p14:tracePt t="144650" x="10186988" y="3960813"/>
          <p14:tracePt t="144660" x="10186988" y="3994150"/>
          <p14:tracePt t="144671" x="10179050" y="4027488"/>
          <p14:tracePt t="144680" x="10034588" y="4189413"/>
          <p14:tracePt t="144691" x="9771063" y="4402138"/>
          <p14:tracePt t="144699" x="9482138" y="4579938"/>
          <p14:tracePt t="144709" x="9209088" y="4699000"/>
          <p14:tracePt t="144719" x="8955088" y="4767263"/>
          <p14:tracePt t="144728" x="8734425" y="4792663"/>
          <p14:tracePt t="144741" x="8555038" y="4792663"/>
          <p14:tracePt t="144748" x="8470900" y="4792663"/>
          <p14:tracePt t="144759" x="8410575" y="4784725"/>
          <p14:tracePt t="144768" x="8377238" y="4767263"/>
          <p14:tracePt t="144778" x="8351838" y="4749800"/>
          <p14:tracePt t="144790" x="8343900" y="4733925"/>
          <p14:tracePt t="144798" x="8334375" y="4716463"/>
          <p14:tracePt t="144808" x="8326438" y="4699000"/>
          <p14:tracePt t="144818" x="8326438" y="4665663"/>
          <p14:tracePt t="144828" x="8326438" y="4630738"/>
          <p14:tracePt t="144837" x="8445500" y="4486275"/>
          <p14:tracePt t="144848" x="8555038" y="4359275"/>
          <p14:tracePt t="144858" x="8648700" y="4291013"/>
          <p14:tracePt t="144867" x="8699500" y="4265613"/>
          <p14:tracePt t="144878" x="8742363" y="4257675"/>
          <p14:tracePt t="144889" x="8793163" y="4249738"/>
          <p14:tracePt t="144897" x="8818563" y="4249738"/>
          <p14:tracePt t="144908" x="8836025" y="4249738"/>
          <p14:tracePt t="144917" x="8861425" y="4249738"/>
          <p14:tracePt t="144927" x="8869363" y="4257675"/>
          <p14:tracePt t="144938" x="8878888" y="4265613"/>
          <p14:tracePt t="144958" x="8878888" y="4291013"/>
          <p14:tracePt t="144967" x="8878888" y="4325938"/>
          <p14:tracePt t="144977" x="8759825" y="4470400"/>
          <p14:tracePt t="144987" x="8529638" y="4716463"/>
          <p14:tracePt t="144996" x="8301038" y="4878388"/>
          <p14:tracePt t="145007" x="8131175" y="4979988"/>
          <p14:tracePt t="145016" x="8080375" y="4997450"/>
          <p14:tracePt t="145027" x="8045450" y="5005388"/>
          <p14:tracePt t="145037" x="8037513" y="5005388"/>
          <p14:tracePt t="145046" x="8020050" y="5013325"/>
          <p14:tracePt t="145057" x="8012113" y="5013325"/>
          <p14:tracePt t="145096" x="8045450" y="4987925"/>
          <p14:tracePt t="145106" x="8410575" y="4860925"/>
          <p14:tracePt t="145116" x="8869363" y="4716463"/>
          <p14:tracePt t="145126" x="9150350" y="4673600"/>
          <p14:tracePt t="145137" x="9328150" y="4657725"/>
          <p14:tracePt t="145145" x="9388475" y="4657725"/>
          <p14:tracePt t="145157" x="9421813" y="4657725"/>
          <p14:tracePt t="145166" x="9439275" y="4657725"/>
          <p14:tracePt t="145175" x="9456738" y="4657725"/>
          <p14:tracePt t="145186" x="9464675" y="4657725"/>
          <p14:tracePt t="145215" x="9464675" y="4665663"/>
          <p14:tracePt t="145225" x="9312275" y="4716463"/>
          <p14:tracePt t="145235" x="8853488" y="4860925"/>
          <p14:tracePt t="145245" x="8308975" y="4987925"/>
          <p14:tracePt t="145257" x="8004175" y="5038725"/>
          <p14:tracePt t="145264" x="7781925" y="5081588"/>
          <p14:tracePt t="145274" x="7740650" y="5081588"/>
          <p14:tracePt t="145285" x="7705725" y="5081588"/>
          <p14:tracePt t="145294" x="7688263" y="5081588"/>
          <p14:tracePt t="145305" x="7680325" y="5081588"/>
          <p14:tracePt t="145324" x="7680325" y="5064125"/>
          <p14:tracePt t="145333" x="7688263" y="5056188"/>
          <p14:tracePt t="145344" x="7791450" y="4929188"/>
          <p14:tracePt t="145354" x="8029575" y="4741863"/>
          <p14:tracePt t="145363" x="8283575" y="4589463"/>
          <p14:tracePt t="145375" x="8369300" y="4554538"/>
          <p14:tracePt t="145383" x="8402638" y="4546600"/>
          <p14:tracePt t="145393" x="8435975" y="4538663"/>
          <p14:tracePt t="145404" x="8462963" y="4538663"/>
          <p14:tracePt t="145413" x="8470900" y="4529138"/>
          <p14:tracePt t="145424" x="8478838" y="4529138"/>
          <p14:tracePt t="145434" x="8488363" y="4529138"/>
          <p14:tracePt t="145443" x="8496300" y="4529138"/>
          <p14:tracePt t="145513" x="8488363" y="4529138"/>
          <p14:tracePt t="145524" x="8462963" y="4529138"/>
          <p14:tracePt t="145533" x="8445500" y="4529138"/>
          <p14:tracePt t="145542" x="8420100" y="4529138"/>
          <p14:tracePt t="145552" x="8402638" y="4529138"/>
          <p14:tracePt t="145562" x="8394700" y="4529138"/>
          <p14:tracePt t="145573" x="8377238" y="4529138"/>
          <p14:tracePt t="145581" x="8369300" y="4529138"/>
          <p14:tracePt t="145602" x="8369300" y="4521200"/>
          <p14:tracePt t="145612" x="8369300" y="4495800"/>
          <p14:tracePt t="145622" x="8385175" y="4460875"/>
          <p14:tracePt t="145631" x="8453438" y="4384675"/>
          <p14:tracePt t="145641" x="8605838" y="4291013"/>
          <p14:tracePt t="145653" x="8666163" y="4265613"/>
          <p14:tracePt t="145661" x="8724900" y="4257675"/>
          <p14:tracePt t="145671" x="8777288" y="4257675"/>
          <p14:tracePt t="145681" x="8818563" y="4257675"/>
          <p14:tracePt t="145691" x="8853488" y="4275138"/>
          <p14:tracePt t="145703" x="8878888" y="4291013"/>
          <p14:tracePt t="145711" x="8904288" y="4300538"/>
          <p14:tracePt t="145722" x="8912225" y="4316413"/>
          <p14:tracePt t="145731" x="8912225" y="4325938"/>
          <p14:tracePt t="145741" x="8921750" y="4325938"/>
          <p14:tracePt t="145751" x="8921750" y="4333875"/>
          <p14:tracePt t="145761" x="8921750" y="4351338"/>
          <p14:tracePt t="145771" x="8853488" y="4402138"/>
          <p14:tracePt t="145780" x="8623300" y="4572000"/>
          <p14:tracePt t="145791" x="8318500" y="4733925"/>
          <p14:tracePt t="145801" x="8139113" y="4784725"/>
          <p14:tracePt t="145810" x="8096250" y="4792663"/>
          <p14:tracePt t="145819" x="8062913" y="4792663"/>
          <p14:tracePt t="145829" x="8045450" y="4792663"/>
          <p14:tracePt t="145840" x="8029575" y="4792663"/>
          <p14:tracePt t="145849" x="8012113" y="4792663"/>
          <p14:tracePt t="145870" x="8012113" y="4784725"/>
          <p14:tracePt t="145886" x="8012113" y="4775200"/>
          <p14:tracePt t="145890" x="8012113" y="4759325"/>
          <p14:tracePt t="145899" x="8062913" y="4724400"/>
          <p14:tracePt t="145908" x="8301038" y="4597400"/>
          <p14:tracePt t="145919" x="8615363" y="4513263"/>
          <p14:tracePt t="145929" x="8921750" y="4478338"/>
          <p14:tracePt t="145940" x="9124950" y="4478338"/>
          <p14:tracePt t="145948" x="9193213" y="4478338"/>
          <p14:tracePt t="145958" x="9244013" y="4486275"/>
          <p14:tracePt t="145970" x="9277350" y="4513263"/>
          <p14:tracePt t="145978" x="9302750" y="4513263"/>
          <p14:tracePt t="145989" x="9320213" y="4521200"/>
          <p14:tracePt t="145998" x="9337675" y="4538663"/>
          <p14:tracePt t="146007" x="9345613" y="4554538"/>
          <p14:tracePt t="146019" x="9363075" y="4572000"/>
          <p14:tracePt t="146028" x="9363075" y="4579938"/>
          <p14:tracePt t="146039" x="9371013" y="4605338"/>
          <p14:tracePt t="146048" x="9371013" y="4657725"/>
          <p14:tracePt t="146057" x="9337675" y="4827588"/>
          <p14:tracePt t="146070" x="9277350" y="5056188"/>
          <p14:tracePt t="146077" x="9201150" y="5260975"/>
          <p14:tracePt t="146089" x="9117013" y="5446713"/>
          <p14:tracePt t="146097" x="9099550" y="5497513"/>
          <p14:tracePt t="146108" x="9091613" y="5532438"/>
          <p14:tracePt t="146119" x="9082088" y="5557838"/>
          <p14:tracePt t="146128" x="9074150" y="5565775"/>
          <p14:tracePt t="146138" x="9064625" y="5575300"/>
          <p14:tracePt t="146147" x="9064625" y="5583238"/>
          <p14:tracePt t="146167" x="9064625" y="5591175"/>
          <p14:tracePt t="147555" x="9056688" y="5591175"/>
          <p14:tracePt t="147595" x="9048750" y="5591175"/>
          <p14:tracePt t="147635" x="9039225" y="5583238"/>
          <p14:tracePt t="147646" x="9039225" y="5575300"/>
          <p14:tracePt t="147655" x="9031288" y="5565775"/>
          <p14:tracePt t="147664" x="9013825" y="5540375"/>
          <p14:tracePt t="147675" x="8988425" y="5507038"/>
          <p14:tracePt t="147684" x="8947150" y="5456238"/>
          <p14:tracePt t="147694" x="8894763" y="5387975"/>
          <p14:tracePt t="147705" x="8828088" y="5327650"/>
          <p14:tracePt t="147714" x="8802688" y="5286375"/>
          <p14:tracePt t="147724" x="8777288" y="5260975"/>
          <p14:tracePt t="147734" x="8759825" y="5235575"/>
          <p14:tracePt t="147744" x="8734425" y="5200650"/>
          <p14:tracePt t="147754" x="8709025" y="5175250"/>
          <p14:tracePt t="147763" x="8691563" y="5167313"/>
          <p14:tracePt t="147774" x="8674100" y="5149850"/>
          <p14:tracePt t="147784" x="8666163" y="5132388"/>
          <p14:tracePt t="147793" x="8648700" y="5116513"/>
          <p14:tracePt t="147804" x="8632825" y="5106988"/>
          <p14:tracePt t="147812" x="8615363" y="5091113"/>
          <p14:tracePt t="147823" x="8615363" y="5081588"/>
          <p14:tracePt t="147835" x="8597900" y="5064125"/>
          <p14:tracePt t="147843" x="8589963" y="5064125"/>
          <p14:tracePt t="147854" x="8589963" y="5056188"/>
          <p14:tracePt t="147862" x="8580438" y="5048250"/>
          <p14:tracePt t="147873" x="8572500" y="5048250"/>
          <p14:tracePt t="147883" x="8572500" y="5038725"/>
          <p14:tracePt t="147904" x="8564563" y="5030788"/>
          <p14:tracePt t="147912" x="8555038" y="5030788"/>
          <p14:tracePt t="147923" x="8555038" y="5022850"/>
          <p14:tracePt t="147931" x="8547100" y="5013325"/>
          <p14:tracePt t="147942" x="8547100" y="5005388"/>
          <p14:tracePt t="147962" x="8539163" y="5005388"/>
          <p14:tracePt t="147971" x="8529638" y="4997450"/>
          <p14:tracePt t="147992" x="8521700" y="4987925"/>
          <p14:tracePt t="148023" x="8521700" y="4979988"/>
          <p14:tracePt t="148041" x="8513763" y="4979988"/>
          <p14:tracePt t="148061" x="8504238" y="4972050"/>
          <p14:tracePt t="149133" x="8504238" y="4962525"/>
          <p14:tracePt t="149142" x="8488363" y="4962525"/>
          <p14:tracePt t="149153" x="8470900" y="4946650"/>
          <p14:tracePt t="149162" x="8445500" y="4919663"/>
          <p14:tracePt t="149171" x="8410575" y="4878388"/>
          <p14:tracePt t="149181" x="8283575" y="4716463"/>
          <p14:tracePt t="149191" x="8181975" y="4572000"/>
          <p14:tracePt t="149202" x="8121650" y="4503738"/>
          <p14:tracePt t="149211" x="8096250" y="4470400"/>
          <p14:tracePt t="149221" x="8070850" y="4427538"/>
          <p14:tracePt t="149231" x="8054975" y="4402138"/>
          <p14:tracePt t="149241" x="8037513" y="4384675"/>
          <p14:tracePt t="149252" x="8020050" y="4368800"/>
          <p14:tracePt t="149261" x="8012113" y="4351338"/>
          <p14:tracePt t="149270" x="8012113" y="4341813"/>
          <p14:tracePt t="149282" x="8004175" y="4341813"/>
          <p14:tracePt t="149290" x="7994650" y="4333875"/>
          <p14:tracePt t="149300" x="7994650" y="4325938"/>
          <p14:tracePt t="149311" x="7986713" y="4325938"/>
          <p14:tracePt t="149321" x="7986713" y="4316413"/>
          <p14:tracePt t="149330" x="7977188" y="4308475"/>
          <p14:tracePt t="149350" x="7969250" y="4308475"/>
          <p14:tracePt t="149360" x="7969250" y="4300538"/>
          <p14:tracePt t="149379" x="7969250" y="4291013"/>
          <p14:tracePt t="149389" x="7961313" y="4291013"/>
          <p14:tracePt t="149399" x="7961313" y="4283075"/>
          <p14:tracePt t="149410" x="7951788" y="4283075"/>
          <p14:tracePt t="149429" x="7951788" y="4275138"/>
          <p14:tracePt t="149448" x="7951788" y="4265613"/>
          <p14:tracePt t="149490" x="7951788" y="4257675"/>
          <p14:tracePt t="149520" x="7951788" y="4249738"/>
          <p14:tracePt t="149548" x="7951788" y="4240213"/>
          <p14:tracePt t="150580" x="7961313" y="4240213"/>
          <p14:tracePt t="150590" x="7969250" y="4249738"/>
          <p14:tracePt t="150602" x="7977188" y="4257675"/>
          <p14:tracePt t="150609" x="7994650" y="4265613"/>
          <p14:tracePt t="150620" x="8012113" y="4291013"/>
          <p14:tracePt t="150630" x="8029575" y="4308475"/>
          <p14:tracePt t="150640" x="8037513" y="4333875"/>
          <p14:tracePt t="150650" x="8054975" y="4359275"/>
          <p14:tracePt t="150659" x="8062913" y="4368800"/>
          <p14:tracePt t="150669" x="8080375" y="4394200"/>
          <p14:tracePt t="150680" x="8088313" y="4419600"/>
          <p14:tracePt t="150689" x="8096250" y="4435475"/>
          <p14:tracePt t="150698" x="8096250" y="4452938"/>
          <p14:tracePt t="150709" x="8105775" y="4470400"/>
          <p14:tracePt t="150719" x="8105775" y="4486275"/>
          <p14:tracePt t="150729" x="8113713" y="4495800"/>
          <p14:tracePt t="150739" x="8113713" y="4503738"/>
          <p14:tracePt t="150749" x="8113713" y="4513263"/>
          <p14:tracePt t="150770" x="8113713" y="4521200"/>
          <p14:tracePt t="150778" x="8113713" y="4529138"/>
          <p14:tracePt t="150788" x="8113713" y="4538663"/>
          <p14:tracePt t="150828" x="8113713" y="4546600"/>
          <p14:tracePt t="150857" x="8113713" y="4554538"/>
          <p14:tracePt t="156005" x="7459663" y="4495800"/>
          <p14:tracePt t="156014" x="6245225" y="4300538"/>
          <p14:tracePt t="156024" x="5106988" y="4052888"/>
          <p14:tracePt t="156034" x="4078288" y="3738563"/>
          <p14:tracePt t="156045" x="3262313" y="3390900"/>
          <p14:tracePt t="156054" x="2524125" y="3000375"/>
          <p14:tracePt t="156063" x="2005013" y="2633663"/>
          <p14:tracePt t="156074" x="1554163" y="2209800"/>
          <p14:tracePt t="156084" x="1282700" y="1860550"/>
          <p14:tracePt t="156094" x="1130300" y="1504950"/>
          <p14:tracePt t="156103" x="1087438" y="1223963"/>
          <p14:tracePt t="156114" x="1130300" y="884238"/>
          <p14:tracePt t="156123" x="1282700" y="527050"/>
          <p14:tracePt t="156134" x="1538288" y="127000"/>
          <p14:tracePt t="157175" x="5487988" y="407988"/>
          <p14:tracePt t="157184" x="5403850" y="858838"/>
          <p14:tracePt t="157195" x="5284788" y="1231900"/>
          <p14:tracePt t="157204" x="5106988" y="1674813"/>
          <p14:tracePt t="157215" x="4935538" y="2039938"/>
          <p14:tracePt t="157225" x="4689475" y="2463800"/>
          <p14:tracePt t="157233" x="4486275" y="2778125"/>
          <p14:tracePt t="157245" x="4265613" y="3067050"/>
          <p14:tracePt t="157254" x="4103688" y="3279775"/>
          <p14:tracePt t="157263" x="3951288" y="3424238"/>
          <p14:tracePt t="157274" x="3908425" y="3449638"/>
          <p14:tracePt t="157830" x="3619500" y="3527425"/>
          <p14:tracePt t="157840" x="2973388" y="3611563"/>
          <p14:tracePt t="157850" x="2336800" y="3662363"/>
          <p14:tracePt t="157859" x="1843088" y="3646488"/>
          <p14:tracePt t="157868" x="1343025" y="3586163"/>
          <p14:tracePt t="157880" x="884238" y="3484563"/>
          <p14:tracePt t="157892" x="450850" y="3373438"/>
          <p14:tracePt t="157899" x="76200" y="3254375"/>
          <p14:tracePt t="159148" x="773113" y="2752725"/>
          <p14:tracePt t="159158" x="1538288" y="2625725"/>
          <p14:tracePt t="159168" x="2149475" y="2582863"/>
          <p14:tracePt t="159177" x="2838450" y="2557463"/>
          <p14:tracePt t="159187" x="3398838" y="2592388"/>
          <p14:tracePt t="159198" x="3925888" y="2651125"/>
          <p14:tracePt t="159208" x="4384675" y="2770188"/>
          <p14:tracePt t="159217" x="4732338" y="2881313"/>
          <p14:tracePt t="159227" x="5038725" y="3025775"/>
          <p14:tracePt t="159237" x="5199063" y="3101975"/>
          <p14:tracePt t="159247" x="5233988" y="3135313"/>
          <p14:tracePt t="159257" x="5249863" y="3152775"/>
          <p14:tracePt t="159266" x="5267325" y="3152775"/>
          <p14:tracePt t="159277" x="5267325" y="3160713"/>
          <p14:tracePt t="159286" x="5267325" y="3170238"/>
          <p14:tracePt t="159495" x="5565775" y="2949575"/>
          <p14:tracePt t="159506" x="6245225" y="2582863"/>
          <p14:tracePt t="159515" x="6805613" y="2371725"/>
          <p14:tracePt t="159525" x="7383463" y="2174875"/>
          <p14:tracePt t="159535" x="7893050" y="2055813"/>
          <p14:tracePt t="159545" x="8343900" y="1997075"/>
          <p14:tracePt t="159555" x="8683625" y="1997075"/>
          <p14:tracePt t="159564" x="8955088" y="2022475"/>
          <p14:tracePt t="159575" x="9132888" y="2073275"/>
          <p14:tracePt t="159584" x="9209088" y="2116138"/>
          <p14:tracePt t="159594" x="9251950" y="2141538"/>
          <p14:tracePt t="159604" x="9269413" y="2184400"/>
          <p14:tracePt t="159614" x="9277350" y="2227263"/>
          <p14:tracePt t="159624" x="9277350" y="2311400"/>
          <p14:tracePt t="159634" x="9226550" y="2516188"/>
          <p14:tracePt t="159644" x="9091613" y="2795588"/>
          <p14:tracePt t="159654" x="8912225" y="3084513"/>
          <p14:tracePt t="159664" x="8716963" y="3348038"/>
          <p14:tracePt t="159673" x="8521700" y="3560763"/>
          <p14:tracePt t="159683" x="8301038" y="3763963"/>
          <p14:tracePt t="159694" x="8045450" y="3917950"/>
          <p14:tracePt t="159704" x="7799388" y="4037013"/>
          <p14:tracePt t="159713" x="7545388" y="4095750"/>
          <p14:tracePt t="159723" x="7383463" y="4095750"/>
          <p14:tracePt t="159732" x="7272338" y="4079875"/>
          <p14:tracePt t="159744" x="7239000" y="4062413"/>
          <p14:tracePt t="159753" x="7213600" y="4052888"/>
          <p14:tracePt t="159763" x="7196138" y="4027488"/>
          <p14:tracePt t="159774" x="7196138" y="3994150"/>
          <p14:tracePt t="159783" x="7204075" y="3960813"/>
          <p14:tracePt t="159793" x="7383463" y="3748088"/>
          <p14:tracePt t="159802" x="7705725" y="3527425"/>
          <p14:tracePt t="159812" x="8070850" y="3330575"/>
          <p14:tracePt t="159822" x="8385175" y="3246438"/>
          <p14:tracePt t="159833" x="8605838" y="3203575"/>
          <p14:tracePt t="159843" x="8734425" y="3203575"/>
          <p14:tracePt t="159851" x="8777288" y="3203575"/>
          <p14:tracePt t="159861" x="8802688" y="3203575"/>
          <p14:tracePt t="159872" x="8818563" y="3203575"/>
          <p14:tracePt t="159890" x="8836025" y="3211513"/>
          <p14:tracePt t="159893" x="8836025" y="3228975"/>
          <p14:tracePt t="159901" x="8836025" y="3238500"/>
          <p14:tracePt t="159912" x="8810625" y="3289300"/>
          <p14:tracePt t="159921" x="8597900" y="3502025"/>
          <p14:tracePt t="159931" x="8334375" y="3713163"/>
          <p14:tracePt t="159942" x="8070850" y="3892550"/>
          <p14:tracePt t="159950" x="7832725" y="3986213"/>
          <p14:tracePt t="159961" x="7740650" y="4011613"/>
          <p14:tracePt t="159971" x="7697788" y="4019550"/>
          <p14:tracePt t="159980" x="7662863" y="4019550"/>
          <p14:tracePt t="159991" x="7646988" y="4019550"/>
          <p14:tracePt t="160000" x="7629525" y="4019550"/>
          <p14:tracePt t="160011" x="7621588" y="4002088"/>
          <p14:tracePt t="160021" x="7621588" y="3986213"/>
          <p14:tracePt t="160030" x="7637463" y="3943350"/>
          <p14:tracePt t="160040" x="7893050" y="3722688"/>
          <p14:tracePt t="160051" x="8377238" y="3449638"/>
          <p14:tracePt t="160060" x="8750300" y="3314700"/>
          <p14:tracePt t="160071" x="9056688" y="3263900"/>
          <p14:tracePt t="160080" x="9244013" y="3254375"/>
          <p14:tracePt t="160089" x="9286875" y="3254375"/>
          <p14:tracePt t="160100" x="9328150" y="3254375"/>
          <p14:tracePt t="160109" x="9345613" y="3271838"/>
          <p14:tracePt t="160120" x="9363075" y="3279775"/>
          <p14:tracePt t="160129" x="9371013" y="3289300"/>
          <p14:tracePt t="160140" x="9371013" y="3314700"/>
          <p14:tracePt t="160150" x="9363075" y="3340100"/>
          <p14:tracePt t="160161" x="9302750" y="3416300"/>
          <p14:tracePt t="160170" x="9117013" y="3578225"/>
          <p14:tracePt t="160179" x="8853488" y="3773488"/>
          <p14:tracePt t="160190" x="8658225" y="3875088"/>
          <p14:tracePt t="160199" x="8478838" y="3925888"/>
          <p14:tracePt t="160211" x="8445500" y="3935413"/>
          <p14:tracePt t="160219" x="8410575" y="3935413"/>
          <p14:tracePt t="160228" x="8402638" y="3935413"/>
          <p14:tracePt t="160240" x="8394700" y="3935413"/>
          <p14:tracePt t="160270" x="8453438" y="3917950"/>
          <p14:tracePt t="160278" x="8894763" y="3781425"/>
          <p14:tracePt t="160290" x="9396413" y="3697288"/>
          <p14:tracePt t="160299" x="9839325" y="3679825"/>
          <p14:tracePt t="160310" x="10136188" y="3705225"/>
          <p14:tracePt t="160318" x="10399713" y="3790950"/>
          <p14:tracePt t="160328" x="10534650" y="3857625"/>
          <p14:tracePt t="160338" x="10577513" y="3900488"/>
          <p14:tracePt t="160347" x="10594975" y="3925888"/>
          <p14:tracePt t="160359" x="10602913" y="3943350"/>
          <p14:tracePt t="160367" x="10602913" y="3976688"/>
          <p14:tracePt t="160377" x="10602913" y="4002088"/>
          <p14:tracePt t="160388" x="10585450" y="4037013"/>
          <p14:tracePt t="160397" x="10552113" y="4070350"/>
          <p14:tracePt t="160409" x="10518775" y="4105275"/>
          <p14:tracePt t="160417" x="10501313" y="4113213"/>
          <p14:tracePt t="160427" x="10493375" y="4130675"/>
          <p14:tracePt t="160438" x="10475913" y="4146550"/>
          <p14:tracePt t="160447" x="10467975" y="4156075"/>
          <p14:tracePt t="160458" x="10458450" y="4156075"/>
          <p14:tracePt t="160477" x="10458450" y="4164013"/>
          <p14:tracePt t="160496" x="10458450" y="4171950"/>
          <p14:tracePt t="160526" x="10458450" y="4181475"/>
          <p14:tracePt t="160545" x="10467975" y="4189413"/>
          <p14:tracePt t="160566" x="10475913" y="4189413"/>
          <p14:tracePt t="160576" x="10475913" y="4197350"/>
          <p14:tracePt t="160625" x="10483850" y="4197350"/>
          <p14:tracePt t="160656" x="10493375" y="4197350"/>
          <p14:tracePt t="161161" x="10483850" y="4197350"/>
          <p14:tracePt t="161172" x="10425113" y="4181475"/>
          <p14:tracePt t="161181" x="10153650" y="4052888"/>
          <p14:tracePt t="161192" x="9617075" y="3781425"/>
          <p14:tracePt t="161200" x="9218613" y="3535363"/>
          <p14:tracePt t="161210" x="8929688" y="3340100"/>
          <p14:tracePt t="161221" x="8691563" y="3170238"/>
          <p14:tracePt t="161230" x="8564563" y="3051175"/>
          <p14:tracePt t="161240" x="8521700" y="3016250"/>
          <p14:tracePt t="161251" x="8504238" y="2965450"/>
          <p14:tracePt t="161261" x="8496300" y="2949575"/>
          <p14:tracePt t="161270" x="8496300" y="2914650"/>
          <p14:tracePt t="161280" x="8496300" y="2871788"/>
          <p14:tracePt t="161290" x="8539163" y="2805113"/>
          <p14:tracePt t="161301" x="8674100" y="2660650"/>
          <p14:tracePt t="161311" x="8853488" y="2506663"/>
          <p14:tracePt t="161321" x="9031288" y="2387600"/>
          <p14:tracePt t="161329" x="9132888" y="2344738"/>
          <p14:tracePt t="161339" x="9193213" y="2328863"/>
          <p14:tracePt t="161350" x="9226550" y="2328863"/>
          <p14:tracePt t="161359" x="9269413" y="2328863"/>
          <p14:tracePt t="161370" x="9294813" y="2328863"/>
          <p14:tracePt t="161380" x="9320213" y="2328863"/>
          <p14:tracePt t="161389" x="9328150" y="2336800"/>
          <p14:tracePt t="161400" x="9345613" y="2354263"/>
          <p14:tracePt t="161410" x="9353550" y="2379663"/>
          <p14:tracePt t="161420" x="9363075" y="2397125"/>
          <p14:tracePt t="161429" x="9363075" y="2438400"/>
          <p14:tracePt t="161439" x="9363075" y="2489200"/>
          <p14:tracePt t="161448" x="9302750" y="2592388"/>
          <p14:tracePt t="161459" x="9261475" y="2668588"/>
          <p14:tracePt t="161469" x="9218613" y="2736850"/>
          <p14:tracePt t="161478" x="9193213" y="2770188"/>
          <p14:tracePt t="161488" x="9175750" y="2795588"/>
          <p14:tracePt t="161498" x="9150350" y="2813050"/>
          <p14:tracePt t="161509" x="9132888" y="2830513"/>
          <p14:tracePt t="161518" x="9124950" y="2830513"/>
          <p14:tracePt t="161527" x="9124950" y="2838450"/>
          <p14:tracePt t="161538" x="9124950" y="2846388"/>
          <p14:tracePt t="161547" x="9117013" y="2846388"/>
          <p14:tracePt t="161587" x="9107488" y="2846388"/>
          <p14:tracePt t="161647" x="9117013" y="2846388"/>
          <p14:tracePt t="161677" x="9124950" y="2838450"/>
          <p14:tracePt t="161687" x="9132888" y="2838450"/>
          <p14:tracePt t="161707" x="9142413" y="2838450"/>
          <p14:tracePt t="161746" x="9150350" y="2830513"/>
          <p14:tracePt t="161806" x="9150350" y="2820988"/>
          <p14:tracePt t="161845" x="9150350" y="2813050"/>
          <p14:tracePt t="163462" x="9150350" y="2830513"/>
          <p14:tracePt t="163473" x="9117013" y="2974975"/>
          <p14:tracePt t="163481" x="9056688" y="3203575"/>
          <p14:tracePt t="163491" x="9005888" y="3305175"/>
          <p14:tracePt t="163501" x="8988425" y="3355975"/>
          <p14:tracePt t="163511" x="8980488" y="3382963"/>
          <p14:tracePt t="163522" x="8963025" y="3398838"/>
          <p14:tracePt t="163532" x="8955088" y="3408363"/>
          <p14:tracePt t="163542" x="8947150" y="3424238"/>
          <p14:tracePt t="163550" x="8947150" y="3433763"/>
          <p14:tracePt t="163571" x="8937625" y="3433763"/>
          <p14:tracePt t="163581" x="8937625" y="3441700"/>
          <p14:tracePt t="163590" x="8929688" y="3441700"/>
          <p14:tracePt t="163601" x="8929688" y="3449638"/>
          <p14:tracePt t="163620" x="8929688" y="3459163"/>
          <p14:tracePt t="163650" x="8929688" y="3467100"/>
          <p14:tracePt t="163670" x="8921750" y="3475038"/>
          <p14:tracePt t="163750" x="8921750" y="3484563"/>
          <p14:tracePt t="165594" x="8742363" y="3449638"/>
          <p14:tracePt t="165604" x="8428038" y="3382963"/>
          <p14:tracePt t="165614" x="8156575" y="3330575"/>
          <p14:tracePt t="165623" x="8080375" y="3322638"/>
          <p14:tracePt t="165634" x="8045450" y="3322638"/>
          <p14:tracePt t="165643" x="8012113" y="3322638"/>
          <p14:tracePt t="165654" x="7994650" y="3322638"/>
          <p14:tracePt t="165662" x="7977188" y="3330575"/>
          <p14:tracePt t="165673" x="7969250" y="3330575"/>
          <p14:tracePt t="165684" x="7961313" y="3348038"/>
          <p14:tracePt t="165693" x="7951788" y="3355975"/>
          <p14:tracePt t="165704" x="7943850" y="3355975"/>
          <p14:tracePt t="165723" x="7943850" y="3365500"/>
          <p14:tracePt t="165734" x="7935913" y="3365500"/>
          <p14:tracePt t="165742" x="7935913" y="3373438"/>
          <p14:tracePt t="165763" x="7926388" y="3373438"/>
          <p14:tracePt t="165792" x="7918450" y="3373438"/>
          <p14:tracePt t="165802" x="7918450" y="3382963"/>
          <p14:tracePt t="166535" x="7875588" y="3441700"/>
          <p14:tracePt t="166545" x="7723188" y="3611563"/>
          <p14:tracePt t="166556" x="7527925" y="3832225"/>
          <p14:tracePt t="166566" x="7373938" y="3986213"/>
          <p14:tracePt t="166575" x="7348538" y="4027488"/>
          <p14:tracePt t="166586" x="7323138" y="4052888"/>
          <p14:tracePt t="166595" x="7307263" y="4070350"/>
          <p14:tracePt t="166604" x="7297738" y="4087813"/>
          <p14:tracePt t="166617" x="7289800" y="4105275"/>
          <p14:tracePt t="166625" x="7281863" y="4113213"/>
          <p14:tracePt t="166645" x="7272338" y="4121150"/>
          <p14:tracePt t="166655" x="7272338" y="4130675"/>
          <p14:tracePt t="166695" x="7272338" y="4138613"/>
          <p14:tracePt t="166704" x="7264400" y="4138613"/>
          <p14:tracePt t="166724" x="7264400" y="4146550"/>
          <p14:tracePt t="166755" x="7264400" y="4156075"/>
          <p14:tracePt t="166992" x="7264400" y="4146550"/>
          <p14:tracePt t="167003" x="7272338" y="4138613"/>
          <p14:tracePt t="167012" x="7272338" y="4130675"/>
          <p14:tracePt t="167021" x="7289800" y="4105275"/>
          <p14:tracePt t="167031" x="7315200" y="4070350"/>
          <p14:tracePt t="167042" x="7358063" y="4002088"/>
          <p14:tracePt t="167053" x="7391400" y="3951288"/>
          <p14:tracePt t="167061" x="7416800" y="3900488"/>
          <p14:tracePt t="167071" x="7434263" y="3883025"/>
          <p14:tracePt t="167081" x="7451725" y="3857625"/>
          <p14:tracePt t="167091" x="7467600" y="3832225"/>
          <p14:tracePt t="167102" x="7467600" y="3816350"/>
          <p14:tracePt t="167110" x="7477125" y="3806825"/>
          <p14:tracePt t="167121" x="7477125" y="3798888"/>
          <p14:tracePt t="167131" x="7477125" y="3781425"/>
          <p14:tracePt t="167150" x="7477125" y="3773488"/>
          <p14:tracePt t="167160" x="7467600" y="3763963"/>
          <p14:tracePt t="167170" x="7451725" y="3756025"/>
          <p14:tracePt t="167181" x="7366000" y="3748088"/>
          <p14:tracePt t="167190" x="6992938" y="3824288"/>
          <p14:tracePt t="167203" x="6559550" y="3986213"/>
          <p14:tracePt t="167210" x="6245225" y="4189413"/>
          <p14:tracePt t="167221" x="6032500" y="4368800"/>
          <p14:tracePt t="167230" x="5921375" y="4470400"/>
          <p14:tracePt t="167240" x="5895975" y="4513263"/>
          <p14:tracePt t="167250" x="5880100" y="4538663"/>
          <p14:tracePt t="167260" x="5870575" y="4546600"/>
          <p14:tracePt t="167271" x="5862638" y="4564063"/>
          <p14:tracePt t="167279" x="5862638" y="4572000"/>
          <p14:tracePt t="167299" x="5870575" y="4572000"/>
          <p14:tracePt t="167310" x="5913438" y="4572000"/>
          <p14:tracePt t="167321" x="6184900" y="4486275"/>
          <p14:tracePt t="167329" x="6626225" y="4300538"/>
          <p14:tracePt t="167339" x="6958013" y="4156075"/>
          <p14:tracePt t="167350" x="7119938" y="4079875"/>
          <p14:tracePt t="167359" x="7170738" y="4052888"/>
          <p14:tracePt t="167371" x="7196138" y="4037013"/>
          <p14:tracePt t="167379" x="7213600" y="4037013"/>
          <p14:tracePt t="167389" x="7221538" y="4037013"/>
          <p14:tracePt t="167399" x="7239000" y="4027488"/>
          <p14:tracePt t="167468" x="7246938" y="4027488"/>
          <p14:tracePt t="167508" x="7256463" y="4027488"/>
          <p14:tracePt t="167537" x="7264400" y="4027488"/>
          <p14:tracePt t="167557" x="7272338" y="4027488"/>
          <p14:tracePt t="167577" x="7281863" y="4027488"/>
          <p14:tracePt t="167586" x="7297738" y="4027488"/>
          <p14:tracePt t="167597" x="7323138" y="4027488"/>
          <p14:tracePt t="167607" x="7373938" y="4027488"/>
          <p14:tracePt t="167617" x="7612063" y="4011613"/>
          <p14:tracePt t="167627" x="7875588" y="4019550"/>
          <p14:tracePt t="167636" x="8062913" y="4027488"/>
          <p14:tracePt t="167646" x="8147050" y="4052888"/>
          <p14:tracePt t="167656" x="8199438" y="4062413"/>
          <p14:tracePt t="167666" x="8240713" y="4079875"/>
          <p14:tracePt t="167676" x="8283575" y="4095750"/>
          <p14:tracePt t="167686" x="8318500" y="4121150"/>
          <p14:tracePt t="167696" x="8351838" y="4138613"/>
          <p14:tracePt t="167706" x="8377238" y="4156075"/>
          <p14:tracePt t="167716" x="8402638" y="4181475"/>
          <p14:tracePt t="167725" x="8435975" y="4214813"/>
          <p14:tracePt t="167736" x="8470900" y="4249738"/>
          <p14:tracePt t="167746" x="8589963" y="4394200"/>
          <p14:tracePt t="167756" x="8709025" y="4572000"/>
          <p14:tracePt t="167766" x="8818563" y="4716463"/>
          <p14:tracePt t="167775" x="8878888" y="4827588"/>
          <p14:tracePt t="167786" x="8921750" y="4911725"/>
          <p14:tracePt t="167795" x="8955088" y="4987925"/>
          <p14:tracePt t="167804" x="8988425" y="5081588"/>
          <p14:tracePt t="167815" x="9005888" y="5149850"/>
          <p14:tracePt t="167825" x="9013825" y="5200650"/>
          <p14:tracePt t="167835" x="9013825" y="5260975"/>
          <p14:tracePt t="167845" x="9023350" y="5302250"/>
          <p14:tracePt t="167855" x="9023350" y="5362575"/>
          <p14:tracePt t="167865" x="9023350" y="5405438"/>
          <p14:tracePt t="167874" x="9023350" y="5438775"/>
          <p14:tracePt t="167899" x="9023350" y="5489575"/>
          <p14:tracePt t="167905" x="9023350" y="5524500"/>
          <p14:tracePt t="167915" x="9023350" y="5549900"/>
          <p14:tracePt t="167923" x="9023350" y="5565775"/>
          <p14:tracePt t="167934" x="9013825" y="5583238"/>
          <p14:tracePt t="167944" x="9013825" y="5600700"/>
          <p14:tracePt t="167955" x="9005888" y="5600700"/>
          <p14:tracePt t="167964" x="9005888" y="5616575"/>
          <p14:tracePt t="167973" x="9005888" y="5626100"/>
          <p14:tracePt t="167984" x="8997950" y="5626100"/>
          <p14:tracePt t="168004" x="8997950" y="5634038"/>
          <p14:tracePt t="168023" x="8997950" y="5641975"/>
          <p14:tracePt t="168063" x="8988425" y="5641975"/>
          <p14:tracePt t="168073" x="8988425" y="5651500"/>
          <p14:tracePt t="168112" x="8988425" y="5659438"/>
          <p14:tracePt t="168589" x="8988425" y="5668963"/>
          <p14:tracePt t="170860" x="8980488" y="5668963"/>
          <p14:tracePt t="170998" x="8972550" y="5668963"/>
          <p14:tracePt t="171455" x="8963025" y="5668963"/>
          <p14:tracePt t="171465" x="8929688" y="5668963"/>
          <p14:tracePt t="171474" x="8886825" y="5668963"/>
          <p14:tracePt t="171484" x="8802688" y="5641975"/>
          <p14:tracePt t="171494" x="8580438" y="5540375"/>
          <p14:tracePt t="171504" x="8250238" y="5395913"/>
          <p14:tracePt t="171515" x="7918450" y="5208588"/>
          <p14:tracePt t="171524" x="7604125" y="5038725"/>
          <p14:tracePt t="171534" x="7348538" y="4886325"/>
          <p14:tracePt t="171545" x="7153275" y="4767263"/>
          <p14:tracePt t="171554" x="7008813" y="4673600"/>
          <p14:tracePt t="171564" x="6958013" y="4648200"/>
          <p14:tracePt t="171573" x="6924675" y="4614863"/>
          <p14:tracePt t="171583" x="6881813" y="4589463"/>
          <p14:tracePt t="171595" x="6864350" y="4572000"/>
          <p14:tracePt t="171604" x="6838950" y="4546600"/>
          <p14:tracePt t="171614" x="6823075" y="4538663"/>
          <p14:tracePt t="171622" x="6805613" y="4513263"/>
          <p14:tracePt t="171632" x="6797675" y="4486275"/>
          <p14:tracePt t="171645" x="6788150" y="4452938"/>
          <p14:tracePt t="171652" x="6780213" y="4394200"/>
          <p14:tracePt t="171664" x="6780213" y="4224338"/>
          <p14:tracePt t="171673" x="6797675" y="4062413"/>
          <p14:tracePt t="171683" x="6848475" y="3883025"/>
          <p14:tracePt t="171694" x="6881813" y="3798888"/>
          <p14:tracePt t="171702" x="6915150" y="3730625"/>
          <p14:tracePt t="171712" x="6932613" y="3697288"/>
          <p14:tracePt t="171722" x="6958013" y="3662363"/>
          <p14:tracePt t="171733" x="7000875" y="3619500"/>
          <p14:tracePt t="171742" x="7026275" y="3594100"/>
          <p14:tracePt t="171752" x="7034213" y="3586163"/>
          <p14:tracePt t="171762" x="7059613" y="3568700"/>
          <p14:tracePt t="171771" x="7094538" y="3560763"/>
          <p14:tracePt t="171782" x="7127875" y="3552825"/>
          <p14:tracePt t="171792" x="7170738" y="3543300"/>
          <p14:tracePt t="171802" x="7229475" y="3535363"/>
          <p14:tracePt t="171812" x="7289800" y="3535363"/>
          <p14:tracePt t="171821" x="7340600" y="3535363"/>
          <p14:tracePt t="171832" x="7383463" y="3543300"/>
          <p14:tracePt t="171841" x="7416800" y="3552825"/>
          <p14:tracePt t="171851" x="7451725" y="3560763"/>
          <p14:tracePt t="171862" x="7477125" y="3578225"/>
          <p14:tracePt t="171871" x="7485063" y="3578225"/>
          <p14:tracePt t="171883" x="7502525" y="3586163"/>
          <p14:tracePt t="171895" x="7518400" y="3594100"/>
          <p14:tracePt t="171901" x="7527925" y="3611563"/>
          <p14:tracePt t="171911" x="7545388" y="3619500"/>
          <p14:tracePt t="171921" x="7561263" y="3636963"/>
          <p14:tracePt t="171933" x="7578725" y="3654425"/>
          <p14:tracePt t="171941" x="7596188" y="3679825"/>
          <p14:tracePt t="171951" x="7612063" y="3713163"/>
          <p14:tracePt t="171961" x="7629525" y="3748088"/>
          <p14:tracePt t="171971" x="7637463" y="3781425"/>
          <p14:tracePt t="171982" x="7654925" y="3816350"/>
          <p14:tracePt t="171990" x="7662863" y="3849688"/>
          <p14:tracePt t="172000" x="7662863" y="3875088"/>
          <p14:tracePt t="172011" x="7672388" y="3892550"/>
          <p14:tracePt t="172020" x="7672388" y="3917950"/>
          <p14:tracePt t="172032" x="7680325" y="3943350"/>
          <p14:tracePt t="172040" x="7680325" y="3968750"/>
          <p14:tracePt t="172050" x="7680325" y="3994150"/>
          <p14:tracePt t="172061" x="7680325" y="4027488"/>
          <p14:tracePt t="172070" x="7680325" y="4070350"/>
          <p14:tracePt t="172079" x="7680325" y="4113213"/>
          <p14:tracePt t="172090" x="7680325" y="4164013"/>
          <p14:tracePt t="172100" x="7680325" y="4189413"/>
          <p14:tracePt t="172109" x="7680325" y="4214813"/>
          <p14:tracePt t="172119" x="7672388" y="4240213"/>
          <p14:tracePt t="172129" x="7662863" y="4249738"/>
          <p14:tracePt t="172139" x="7662863" y="4275138"/>
          <p14:tracePt t="172149" x="7654925" y="4291013"/>
          <p14:tracePt t="172159" x="7646988" y="4308475"/>
          <p14:tracePt t="172169" x="7646988" y="4325938"/>
          <p14:tracePt t="172179" x="7637463" y="4341813"/>
          <p14:tracePt t="172188" x="7637463" y="4359275"/>
          <p14:tracePt t="172199" x="7629525" y="4376738"/>
          <p14:tracePt t="172208" x="7629525" y="4394200"/>
          <p14:tracePt t="172219" x="7621588" y="4419600"/>
          <p14:tracePt t="172230" x="7621588" y="4435475"/>
          <p14:tracePt t="172238" x="7621588" y="4460875"/>
          <p14:tracePt t="172249" x="7621588" y="4495800"/>
          <p14:tracePt t="172258" x="7621588" y="4513263"/>
          <p14:tracePt t="172268" x="7621588" y="4538663"/>
          <p14:tracePt t="172279" x="7621588" y="4564063"/>
          <p14:tracePt t="172288" x="7621588" y="4579938"/>
          <p14:tracePt t="172299" x="7621588" y="4605338"/>
          <p14:tracePt t="172308" x="7621588" y="4630738"/>
          <p14:tracePt t="172317" x="7621588" y="4640263"/>
          <p14:tracePt t="172328" x="7621588" y="4657725"/>
          <p14:tracePt t="172337" x="7621588" y="4683125"/>
          <p14:tracePt t="172357" x="7621588" y="4699000"/>
          <p14:tracePt t="172367" x="7621588" y="4708525"/>
          <p14:tracePt t="172387" x="7621588" y="4716463"/>
          <p14:tracePt t="172398" x="7621588" y="4724400"/>
          <p14:tracePt t="172417" x="7621588" y="4733925"/>
          <p14:tracePt t="172429" x="7621588" y="4741863"/>
          <p14:tracePt t="172446" x="7621588" y="4749800"/>
          <p14:tracePt t="172498" x="7621588" y="4759325"/>
          <p14:tracePt t="172526" x="7621588" y="4767263"/>
          <p14:tracePt t="173290" x="7612063" y="4767263"/>
          <p14:tracePt t="173320" x="7604125" y="4759325"/>
          <p14:tracePt t="173330" x="7604125" y="4749800"/>
          <p14:tracePt t="173339" x="7604125" y="4741863"/>
          <p14:tracePt t="173348" x="7596188" y="4724400"/>
          <p14:tracePt t="173359" x="7586663" y="4716463"/>
          <p14:tracePt t="173369" x="7578725" y="4708525"/>
          <p14:tracePt t="173378" x="7570788" y="4691063"/>
          <p14:tracePt t="173398" x="7561263" y="4673600"/>
          <p14:tracePt t="173409" x="7553325" y="4657725"/>
          <p14:tracePt t="173418" x="7545388" y="4648200"/>
          <p14:tracePt t="173428" x="7535863" y="4640263"/>
          <p14:tracePt t="173438" x="7527925" y="4622800"/>
          <p14:tracePt t="173448" x="7518400" y="4622800"/>
          <p14:tracePt t="173459" x="7510463" y="4605338"/>
          <p14:tracePt t="173467" x="7493000" y="4589463"/>
          <p14:tracePt t="173477" x="7459663" y="4564063"/>
          <p14:tracePt t="173487" x="7307263" y="4435475"/>
          <p14:tracePt t="173497" x="6967538" y="4224338"/>
          <p14:tracePt t="173507" x="6575425" y="4002088"/>
          <p14:tracePt t="173518" x="6126163" y="3806825"/>
          <p14:tracePt t="173527" x="5794375" y="3654425"/>
          <p14:tracePt t="173537" x="5497513" y="3535363"/>
          <p14:tracePt t="173547" x="5233988" y="3433763"/>
          <p14:tracePt t="173557" x="4987925" y="3340100"/>
          <p14:tracePt t="173567" x="4800600" y="3246438"/>
          <p14:tracePt t="173578" x="4595813" y="3195638"/>
          <p14:tracePt t="173587" x="4400550" y="3152775"/>
          <p14:tracePt t="173597" x="4197350" y="3094038"/>
          <p14:tracePt t="173606" x="4010025" y="3067050"/>
          <p14:tracePt t="173616" x="3916363" y="3051175"/>
          <p14:tracePt t="173627" x="3873500" y="3051175"/>
          <p14:tracePt t="173636" x="3832225" y="3051175"/>
          <p14:tracePt t="173646" x="3789363" y="3051175"/>
          <p14:tracePt t="173656" x="3763963" y="3051175"/>
          <p14:tracePt t="173665" x="3756025" y="3051175"/>
          <p14:tracePt t="173677" x="3738563" y="3051175"/>
          <p14:tracePt t="173686" x="3721100" y="3051175"/>
          <p14:tracePt t="173716" x="3713163" y="3051175"/>
          <p14:tracePt t="173726" x="3703638" y="3041650"/>
          <p14:tracePt t="173735" x="3703638" y="3025775"/>
          <p14:tracePt t="173745" x="3703638" y="3008313"/>
          <p14:tracePt t="173755" x="3713163" y="2974975"/>
          <p14:tracePt t="173765" x="3916363" y="2744788"/>
          <p14:tracePt t="173775" x="4273550" y="2397125"/>
          <p14:tracePt t="173785" x="4706938" y="2090738"/>
          <p14:tracePt t="173796" x="5072063" y="1895475"/>
          <p14:tracePt t="173804" x="5454650" y="1766888"/>
          <p14:tracePt t="173815" x="5802313" y="1657350"/>
          <p14:tracePt t="173825" x="6167438" y="1581150"/>
          <p14:tracePt t="173835" x="6524625" y="1546225"/>
          <p14:tracePt t="173845" x="6942138" y="1504950"/>
          <p14:tracePt t="173855" x="7297738" y="1470025"/>
          <p14:tracePt t="173864" x="7629525" y="1419225"/>
          <p14:tracePt t="173874" x="7961313" y="1385888"/>
          <p14:tracePt t="173885" x="8275638" y="1317625"/>
          <p14:tracePt t="173896" x="8605838" y="1266825"/>
          <p14:tracePt t="173903" x="8861425" y="1216025"/>
          <p14:tracePt t="173914" x="9056688" y="1173163"/>
          <p14:tracePt t="173924" x="9099550" y="1163638"/>
          <p14:tracePt t="173934" x="9132888" y="1155700"/>
          <p14:tracePt t="173943" x="9158288" y="1147763"/>
          <p14:tracePt t="173953" x="9175750" y="1138238"/>
          <p14:tracePt t="173973" x="9183688" y="1138238"/>
          <p14:tracePt t="173993" x="9193213" y="1138238"/>
          <p14:tracePt t="174053" x="9193213" y="1181100"/>
          <p14:tracePt t="174064" x="9056688" y="1444625"/>
          <p14:tracePt t="174072" x="8828088" y="1895475"/>
          <p14:tracePt t="174082" x="8615363" y="2286000"/>
          <p14:tracePt t="174092" x="8496300" y="2532063"/>
          <p14:tracePt t="174102" x="8420100" y="2770188"/>
          <p14:tracePt t="174113" x="8343900" y="3008313"/>
          <p14:tracePt t="174122" x="8308975" y="3195638"/>
          <p14:tracePt t="174132" x="8308975" y="3348038"/>
          <p14:tracePt t="174143" x="8326438" y="3527425"/>
          <p14:tracePt t="174152" x="8369300" y="3697288"/>
          <p14:tracePt t="174163" x="8462963" y="3917950"/>
          <p14:tracePt t="174172" x="8539163" y="4079875"/>
          <p14:tracePt t="174182" x="8632825" y="4224338"/>
          <p14:tracePt t="174193" x="8674100" y="4300538"/>
          <p14:tracePt t="174202" x="8709025" y="4333875"/>
          <p14:tracePt t="174212" x="8724900" y="4368800"/>
          <p14:tracePt t="174222" x="8742363" y="4394200"/>
          <p14:tracePt t="174231" x="8742363" y="4410075"/>
          <p14:tracePt t="174242" x="8750300" y="4427538"/>
          <p14:tracePt t="174250" x="8750300" y="4435475"/>
          <p14:tracePt t="174260" x="8750300" y="4445000"/>
          <p14:tracePt t="174271" x="8750300" y="4452938"/>
          <p14:tracePt t="174291" x="8709025" y="4452938"/>
          <p14:tracePt t="174301" x="8435975" y="4402138"/>
          <p14:tracePt t="174310" x="7969250" y="4197350"/>
          <p14:tracePt t="174321" x="7570788" y="3960813"/>
          <p14:tracePt t="174331" x="7246938" y="3738563"/>
          <p14:tracePt t="174343" x="7008813" y="3527425"/>
          <p14:tracePt t="174351" x="6788150" y="3348038"/>
          <p14:tracePt t="174360" x="6575425" y="3170238"/>
          <p14:tracePt t="174370" x="6397625" y="3008313"/>
          <p14:tracePt t="174381" x="6219825" y="2897188"/>
          <p14:tracePt t="174390" x="6184900" y="2855913"/>
          <p14:tracePt t="174400" x="6142038" y="2838450"/>
          <p14:tracePt t="174410" x="6126163" y="2830513"/>
          <p14:tracePt t="174420" x="6116638" y="2830513"/>
          <p14:tracePt t="174430" x="6100763" y="2820988"/>
          <p14:tracePt t="174500" x="6116638" y="2830513"/>
          <p14:tracePt t="174510" x="6151563" y="2838450"/>
          <p14:tracePt t="174519" x="6364288" y="2830513"/>
          <p14:tracePt t="174529" x="6831013" y="2693988"/>
          <p14:tracePt t="174538" x="7297738" y="2506663"/>
          <p14:tracePt t="174549" x="7612063" y="2328863"/>
          <p14:tracePt t="174559" x="7867650" y="2174875"/>
          <p14:tracePt t="174569" x="8070850" y="2014538"/>
          <p14:tracePt t="174580" x="8164513" y="1946275"/>
          <p14:tracePt t="174588" x="8199438" y="1911350"/>
          <p14:tracePt t="174598" x="8224838" y="1885950"/>
          <p14:tracePt t="174610" x="8240713" y="1885950"/>
          <p14:tracePt t="174618" x="8258175" y="1870075"/>
          <p14:tracePt t="174629" x="8258175" y="1860550"/>
          <p14:tracePt t="174638" x="8266113" y="1860550"/>
          <p14:tracePt t="174648" x="8275638" y="1860550"/>
          <p14:tracePt t="174659" x="8283575" y="1860550"/>
          <p14:tracePt t="174678" x="8291513" y="1860550"/>
          <p14:tracePt t="174687" x="8301038" y="1860550"/>
          <p14:tracePt t="174697" x="8308975" y="1878013"/>
          <p14:tracePt t="174708" x="8326438" y="1903413"/>
          <p14:tracePt t="174717" x="8410575" y="2055813"/>
          <p14:tracePt t="174728" x="8488363" y="2293938"/>
          <p14:tracePt t="174737" x="8564563" y="2506663"/>
          <p14:tracePt t="174747" x="8640763" y="2736850"/>
          <p14:tracePt t="174758" x="8699500" y="2914650"/>
          <p14:tracePt t="174767" x="8777288" y="3127375"/>
          <p14:tracePt t="174776" x="8843963" y="3330575"/>
          <p14:tracePt t="174787" x="8921750" y="3543300"/>
          <p14:tracePt t="174796" x="8955088" y="3662363"/>
          <p14:tracePt t="174806" x="8963025" y="3722688"/>
          <p14:tracePt t="174816" x="8972550" y="3763963"/>
          <p14:tracePt t="174827" x="8972550" y="3806825"/>
          <p14:tracePt t="174835" x="8972550" y="3849688"/>
          <p14:tracePt t="174846" x="8972550" y="3883025"/>
          <p14:tracePt t="174856" x="8972550" y="3917950"/>
          <p14:tracePt t="174866" x="8972550" y="3960813"/>
          <p14:tracePt t="174876" x="8972550" y="3986213"/>
          <p14:tracePt t="174892" x="8972550" y="4019550"/>
          <p14:tracePt t="174896" x="8972550" y="4037013"/>
          <p14:tracePt t="174906" x="8972550" y="4062413"/>
          <p14:tracePt t="174915" x="8972550" y="4070350"/>
          <p14:tracePt t="174926" x="8972550" y="4087813"/>
          <p14:tracePt t="174935" x="8972550" y="4095750"/>
          <p14:tracePt t="174955" x="8972550" y="4105275"/>
          <p14:tracePt t="174975" x="8972550" y="4113213"/>
          <p14:tracePt t="174996" x="8972550" y="4121150"/>
          <p14:tracePt t="175054" x="8972550" y="4130675"/>
          <p14:tracePt t="175074" x="8972550" y="4138613"/>
          <p14:tracePt t="175095" x="8972550" y="4156075"/>
          <p14:tracePt t="175103" x="8955088" y="4171950"/>
          <p14:tracePt t="175113" x="8937625" y="4181475"/>
          <p14:tracePt t="175124" x="8912225" y="4197350"/>
          <p14:tracePt t="175133" x="8904288" y="4197350"/>
          <p14:tracePt t="175143" x="8878888" y="4206875"/>
          <p14:tracePt t="175154" x="8869363" y="4214813"/>
          <p14:tracePt t="175164" x="8861425" y="4224338"/>
          <p14:tracePt t="175175" x="8853488" y="4224338"/>
          <p14:tracePt t="175183" x="8853488" y="4232275"/>
          <p14:tracePt t="175193" x="8843963" y="4232275"/>
          <p14:tracePt t="175233" x="8836025" y="4232275"/>
          <p14:tracePt t="175263" x="8828088" y="4232275"/>
          <p14:tracePt t="175600" x="8818563" y="4232275"/>
          <p14:tracePt t="176076" x="8734425" y="4257675"/>
          <p14:tracePt t="176085" x="8470900" y="4308475"/>
          <p14:tracePt t="176095" x="8113713" y="4341813"/>
          <p14:tracePt t="176106" x="7832725" y="4394200"/>
          <p14:tracePt t="176116" x="7637463" y="4419600"/>
          <p14:tracePt t="176125" x="7596188" y="4419600"/>
          <p14:tracePt t="176135" x="7553325" y="4427538"/>
          <p14:tracePt t="176146" x="7518400" y="4435475"/>
          <p14:tracePt t="176156" x="7493000" y="4435475"/>
          <p14:tracePt t="176165" x="7485063" y="4445000"/>
          <p14:tracePt t="176175" x="7459663" y="4452938"/>
          <p14:tracePt t="176185" x="7442200" y="4452938"/>
          <p14:tracePt t="176196" x="7426325" y="4460875"/>
          <p14:tracePt t="176214" x="7408863" y="4470400"/>
          <p14:tracePt t="176224" x="7400925" y="4478338"/>
          <p14:tracePt t="176245" x="7391400" y="4478338"/>
          <p14:tracePt t="176264" x="7383463" y="4486275"/>
          <p14:tracePt t="176284" x="7383463" y="4495800"/>
          <p14:tracePt t="176304" x="7373938" y="4503738"/>
          <p14:tracePt t="176374" x="7373938" y="4513263"/>
          <p14:tracePt t="176403" x="7373938" y="4521200"/>
          <p14:tracePt t="176691" x="7383463" y="4521200"/>
          <p14:tracePt t="176701" x="7391400" y="4521200"/>
          <p14:tracePt t="176721" x="7400925" y="4521200"/>
          <p14:tracePt t="176731" x="7408863" y="4521200"/>
          <p14:tracePt t="177911" x="7408863" y="4495800"/>
          <p14:tracePt t="177921" x="7408863" y="4470400"/>
          <p14:tracePt t="177930" x="7416800" y="4445000"/>
          <p14:tracePt t="177943" x="7442200" y="4410075"/>
          <p14:tracePt t="177950" x="7477125" y="4376738"/>
          <p14:tracePt t="177961" x="7637463" y="4283075"/>
          <p14:tracePt t="177970" x="7816850" y="4214813"/>
          <p14:tracePt t="177980" x="7910513" y="4189413"/>
          <p14:tracePt t="177990" x="7951788" y="4189413"/>
          <p14:tracePt t="178000" x="7986713" y="4189413"/>
          <p14:tracePt t="178011" x="8004175" y="4189413"/>
          <p14:tracePt t="178020" x="8020050" y="4197350"/>
          <p14:tracePt t="178030" x="8045450" y="4214813"/>
          <p14:tracePt t="178040" x="8062913" y="4224338"/>
          <p14:tracePt t="178050" x="8070850" y="4249738"/>
          <p14:tracePt t="178061" x="8080375" y="4275138"/>
          <p14:tracePt t="178069" x="8080375" y="4300538"/>
          <p14:tracePt t="178080" x="8080375" y="4325938"/>
          <p14:tracePt t="178089" x="8080375" y="4351338"/>
          <p14:tracePt t="178099" x="8062913" y="4384675"/>
          <p14:tracePt t="178110" x="8045450" y="4410075"/>
          <p14:tracePt t="178119" x="8029575" y="4427538"/>
          <p14:tracePt t="178129" x="8004175" y="4445000"/>
          <p14:tracePt t="178140" x="7986713" y="4452938"/>
          <p14:tracePt t="178148" x="7969250" y="4460875"/>
          <p14:tracePt t="178161" x="7951788" y="4460875"/>
          <p14:tracePt t="178169" x="7926388" y="4460875"/>
          <p14:tracePt t="178179" x="7918450" y="4460875"/>
          <p14:tracePt t="178189" x="7910513" y="4460875"/>
          <p14:tracePt t="178198" x="7900988" y="4460875"/>
          <p14:tracePt t="178209" x="7893050" y="4452938"/>
          <p14:tracePt t="178218" x="7893050" y="4445000"/>
          <p14:tracePt t="178228" x="7893050" y="4427538"/>
          <p14:tracePt t="178238" x="7893050" y="4410075"/>
          <p14:tracePt t="178247" x="7900988" y="4384675"/>
          <p14:tracePt t="178259" x="7918450" y="4368800"/>
          <p14:tracePt t="178267" x="7935913" y="4351338"/>
          <p14:tracePt t="178276" x="7951788" y="4341813"/>
          <p14:tracePt t="178286" x="7969250" y="4333875"/>
          <p14:tracePt t="178309" x="7977188" y="4325938"/>
          <p14:tracePt t="178316" x="7986713" y="4325938"/>
          <p14:tracePt t="178358" x="7994650" y="4325938"/>
          <p14:tracePt t="178386" x="8004175" y="4325938"/>
          <p14:tracePt t="178902" x="8004175" y="4316413"/>
          <p14:tracePt t="178931" x="8012113" y="4316413"/>
          <p14:tracePt t="179408" x="8012113" y="4308475"/>
          <p14:tracePt t="179427" x="8012113" y="4300538"/>
          <p14:tracePt t="179447" x="8012113" y="4291013"/>
          <p14:tracePt t="179458" x="8012113" y="4283075"/>
          <p14:tracePt t="179468" x="8012113" y="4275138"/>
          <p14:tracePt t="179487" x="8012113" y="4257675"/>
          <p14:tracePt t="179496" x="8004175" y="4240213"/>
          <p14:tracePt t="179517" x="8004175" y="4232275"/>
          <p14:tracePt t="179526" x="7994650" y="4214813"/>
          <p14:tracePt t="179546" x="7994650" y="4197350"/>
          <p14:tracePt t="179558" x="7994650" y="4189413"/>
          <p14:tracePt t="179576" x="7994650" y="4171950"/>
          <p14:tracePt t="179586" x="7994650" y="4164013"/>
          <p14:tracePt t="179596" x="7994650" y="4156075"/>
          <p14:tracePt t="179606" x="7994650" y="4146550"/>
          <p14:tracePt t="179617" x="7994650" y="4138613"/>
          <p14:tracePt t="179625" x="7994650" y="4121150"/>
          <p14:tracePt t="179636" x="7994650" y="4113213"/>
          <p14:tracePt t="179645" x="7994650" y="4095750"/>
          <p14:tracePt t="179656" x="7994650" y="4079875"/>
          <p14:tracePt t="179665" x="7994650" y="4070350"/>
          <p14:tracePt t="179676" x="7994650" y="4062413"/>
          <p14:tracePt t="179685" x="7994650" y="4052888"/>
          <p14:tracePt t="179695" x="7994650" y="4044950"/>
          <p14:tracePt t="179705" x="7994650" y="4037013"/>
          <p14:tracePt t="179715" x="8004175" y="4027488"/>
          <p14:tracePt t="179726" x="8012113" y="4011613"/>
          <p14:tracePt t="179735" x="8029575" y="3994150"/>
          <p14:tracePt t="179745" x="8062913" y="3968750"/>
          <p14:tracePt t="179755" x="8258175" y="3883025"/>
          <p14:tracePt t="179765" x="8496300" y="3806825"/>
          <p14:tracePt t="179775" x="8615363" y="3781425"/>
          <p14:tracePt t="179784" x="8658225" y="3773488"/>
          <p14:tracePt t="179794" x="8691563" y="3773488"/>
          <p14:tracePt t="179804" x="8709025" y="3773488"/>
          <p14:tracePt t="179814" x="8734425" y="3773488"/>
          <p14:tracePt t="179825" x="8750300" y="3773488"/>
          <p14:tracePt t="179834" x="8759825" y="3773488"/>
          <p14:tracePt t="179844" x="8777288" y="3773488"/>
          <p14:tracePt t="179854" x="8785225" y="3773488"/>
          <p14:tracePt t="179864" x="8793163" y="3773488"/>
          <p14:tracePt t="179875" x="8802688" y="3773488"/>
          <p14:tracePt t="179888" x="8810625" y="3773488"/>
          <p14:tracePt t="179904" x="8818563" y="3773488"/>
          <p14:tracePt t="179913" x="8828088" y="3773488"/>
          <p14:tracePt t="179944" x="8836025" y="3773488"/>
          <p14:tracePt t="179975" x="8843963" y="3773488"/>
          <p14:tracePt t="180023" x="8843963" y="3781425"/>
          <p14:tracePt t="180032" x="8836025" y="3790950"/>
          <p14:tracePt t="180042" x="8836025" y="3798888"/>
          <p14:tracePt t="180052" x="8818563" y="3798888"/>
          <p14:tracePt t="180062" x="8802688" y="3806825"/>
          <p14:tracePt t="180072" x="8793163" y="3824288"/>
          <p14:tracePt t="180092" x="8785225" y="3832225"/>
          <p14:tracePt t="180102" x="8777288" y="3832225"/>
          <p14:tracePt t="180112" x="8777288" y="3841750"/>
          <p14:tracePt t="180122" x="8767763" y="3849688"/>
          <p14:tracePt t="180131" x="8759825" y="3857625"/>
          <p14:tracePt t="180141" x="8750300" y="3867150"/>
          <p14:tracePt t="180153" x="8750300" y="3875088"/>
          <p14:tracePt t="180161" x="8750300" y="3883025"/>
          <p14:tracePt t="180171" x="8750300" y="3900488"/>
          <p14:tracePt t="180181" x="8750300" y="3917950"/>
          <p14:tracePt t="180191" x="8750300" y="3935413"/>
          <p14:tracePt t="180202" x="8750300" y="3951288"/>
          <p14:tracePt t="180211" x="8750300" y="3960813"/>
          <p14:tracePt t="180222" x="8750300" y="3976688"/>
          <p14:tracePt t="180231" x="8750300" y="4002088"/>
          <p14:tracePt t="180242" x="8750300" y="4011613"/>
          <p14:tracePt t="180251" x="8750300" y="4019550"/>
          <p14:tracePt t="180261" x="8742363" y="4037013"/>
          <p14:tracePt t="180271" x="8742363" y="4044950"/>
          <p14:tracePt t="180281" x="8742363" y="4062413"/>
          <p14:tracePt t="180291" x="8742363" y="4070350"/>
          <p14:tracePt t="180300" x="8742363" y="4079875"/>
          <p14:tracePt t="180310" x="8734425" y="4095750"/>
          <p14:tracePt t="180330" x="8734425" y="4113213"/>
          <p14:tracePt t="180342" x="8734425" y="4121150"/>
          <p14:tracePt t="180359" x="8734425" y="4130675"/>
          <p14:tracePt t="180370" x="8734425" y="4138613"/>
          <p14:tracePt t="180392" x="8734425" y="4146550"/>
          <p14:tracePt t="180399" x="8734425" y="4156075"/>
          <p14:tracePt t="180429" x="8724900" y="4164013"/>
          <p14:tracePt t="180479" x="8724900" y="4171950"/>
          <p14:tracePt t="180608" x="8724900" y="4181475"/>
          <p14:tracePt t="181323" x="8699500" y="4189413"/>
          <p14:tracePt t="181332" x="8683625" y="4189413"/>
          <p14:tracePt t="181342" x="8658225" y="4189413"/>
          <p14:tracePt t="181352" x="8623300" y="4189413"/>
          <p14:tracePt t="181362" x="8597900" y="4189413"/>
          <p14:tracePt t="181372" x="8572500" y="4189413"/>
          <p14:tracePt t="181382" x="8547100" y="4189413"/>
          <p14:tracePt t="181391" x="8513763" y="4189413"/>
          <p14:tracePt t="181402" x="8488363" y="4181475"/>
          <p14:tracePt t="181411" x="8478838" y="4181475"/>
          <p14:tracePt t="181421" x="8453438" y="4171950"/>
          <p14:tracePt t="181431" x="8428038" y="4171950"/>
          <p14:tracePt t="181441" x="8420100" y="4164013"/>
          <p14:tracePt t="181452" x="8402638" y="4164013"/>
          <p14:tracePt t="181461" x="8394700" y="4164013"/>
          <p14:tracePt t="181470" x="8385175" y="4164013"/>
          <p14:tracePt t="181481" x="8377238" y="4156075"/>
          <p14:tracePt t="181491" x="8369300" y="4156075"/>
          <p14:tracePt t="181511" x="8359775" y="4156075"/>
          <p14:tracePt t="181520" x="8351838" y="4146550"/>
          <p14:tracePt t="181541" x="8343900" y="4146550"/>
          <p14:tracePt t="181550" x="8334375" y="4146550"/>
          <p14:tracePt t="181560" x="8326438" y="4146550"/>
          <p14:tracePt t="181570" x="8326438" y="4138613"/>
          <p14:tracePt t="181579" x="8318500" y="4138613"/>
          <p14:tracePt t="181591" x="8308975" y="4130675"/>
          <p14:tracePt t="181609" x="8301038" y="4130675"/>
          <p14:tracePt t="181619" x="8301038" y="4121150"/>
          <p14:tracePt t="181629" x="8291513" y="4121150"/>
          <p14:tracePt t="181640" x="8283575" y="4113213"/>
          <p14:tracePt t="181659" x="8275638" y="4113213"/>
          <p14:tracePt t="181669" x="8266113" y="4105275"/>
          <p14:tracePt t="181680" x="8266113" y="4095750"/>
          <p14:tracePt t="181690" x="8266113" y="4087813"/>
          <p14:tracePt t="181700" x="8258175" y="4087813"/>
          <p14:tracePt t="181709" x="8250238" y="4087813"/>
          <p14:tracePt t="181719" x="8250238" y="4079875"/>
          <p14:tracePt t="181728" x="8240713" y="4070350"/>
          <p14:tracePt t="181749" x="8232775" y="4062413"/>
          <p14:tracePt t="181769" x="8232775" y="4052888"/>
          <p14:tracePt t="181778" x="8224838" y="4044950"/>
          <p14:tracePt t="181818" x="8215313" y="4044950"/>
          <p14:tracePt t="181848" x="8215313" y="4037013"/>
          <p14:tracePt t="181877" x="8215313" y="4027488"/>
          <p14:tracePt t="181888" x="8224838" y="4027488"/>
          <p14:tracePt t="181898" x="8250238" y="4019550"/>
          <p14:tracePt t="181907" x="8291513" y="4019550"/>
          <p14:tracePt t="181916" x="8420100" y="4011613"/>
          <p14:tracePt t="181927" x="8504238" y="4002088"/>
          <p14:tracePt t="181936" x="8547100" y="4002088"/>
          <p14:tracePt t="181947" x="8572500" y="4002088"/>
          <p14:tracePt t="181956" x="8580438" y="4002088"/>
          <p14:tracePt t="181967" x="8597900" y="4002088"/>
          <p14:tracePt t="181976" x="8605838" y="4002088"/>
          <p14:tracePt t="181987" x="8615363" y="4002088"/>
          <p14:tracePt t="182056" x="8623300" y="4002088"/>
          <p14:tracePt t="182601" x="8632825" y="4002088"/>
          <p14:tracePt t="182622" x="8648700" y="4002088"/>
          <p14:tracePt t="182631" x="8658225" y="4002088"/>
          <p14:tracePt t="182641" x="8674100" y="4002088"/>
          <p14:tracePt t="182651" x="8691563" y="4002088"/>
          <p14:tracePt t="182661" x="8709025" y="4002088"/>
          <p14:tracePt t="182672" x="8734425" y="4002088"/>
          <p14:tracePt t="182681" x="8759825" y="4002088"/>
          <p14:tracePt t="182690" x="8777288" y="4002088"/>
          <p14:tracePt t="182701" x="8802688" y="4011613"/>
          <p14:tracePt t="182710" x="8828088" y="4011613"/>
          <p14:tracePt t="182722" x="8853488" y="4019550"/>
          <p14:tracePt t="182730" x="8861425" y="4019550"/>
          <p14:tracePt t="182740" x="8886825" y="4019550"/>
          <p14:tracePt t="182750" x="8912225" y="4019550"/>
          <p14:tracePt t="182760" x="8921750" y="4027488"/>
          <p14:tracePt t="182770" x="8947150" y="4027488"/>
          <p14:tracePt t="182779" x="8963025" y="4027488"/>
          <p14:tracePt t="182790" x="8980488" y="4027488"/>
          <p14:tracePt t="182799" x="8997950" y="4027488"/>
          <p14:tracePt t="182809" x="9005888" y="4027488"/>
          <p14:tracePt t="182819" x="9023350" y="4027488"/>
          <p14:tracePt t="182829" x="9039225" y="4027488"/>
          <p14:tracePt t="182839" x="9056688" y="4027488"/>
          <p14:tracePt t="182850" x="9074150" y="4027488"/>
          <p14:tracePt t="182860" x="9099550" y="4027488"/>
          <p14:tracePt t="182870" x="9124950" y="4027488"/>
          <p14:tracePt t="182878" x="9167813" y="4027488"/>
          <p14:tracePt t="182889" x="9269413" y="4019550"/>
          <p14:tracePt t="182899" x="9456738" y="3976688"/>
          <p14:tracePt t="182909" x="9566275" y="3968750"/>
          <p14:tracePt t="182918" x="9626600" y="3960813"/>
          <p14:tracePt t="182928" x="9667875" y="3960813"/>
          <p14:tracePt t="182939" x="9694863" y="3951288"/>
          <p14:tracePt t="182948" x="9728200" y="3951288"/>
          <p14:tracePt t="182959" x="9745663" y="3943350"/>
          <p14:tracePt t="182968" x="9761538" y="3943350"/>
          <p14:tracePt t="182979" x="9779000" y="3943350"/>
          <p14:tracePt t="182989" x="9804400" y="3943350"/>
          <p14:tracePt t="182998" x="9821863" y="3943350"/>
          <p14:tracePt t="183008" x="9847263" y="3943350"/>
          <p14:tracePt t="183018" x="9872663" y="3943350"/>
          <p14:tracePt t="183027" x="9898063" y="3943350"/>
          <p14:tracePt t="183039" x="9923463" y="3943350"/>
          <p14:tracePt t="183048" x="9948863" y="3943350"/>
          <p14:tracePt t="183057" x="9956800" y="3943350"/>
          <p14:tracePt t="183068" x="9974263" y="3943350"/>
          <p14:tracePt t="183077" x="9983788" y="3943350"/>
          <p14:tracePt t="183088" x="9991725" y="3943350"/>
          <p14:tracePt t="183097" x="9999663" y="3943350"/>
          <p14:tracePt t="183127" x="10009188" y="3943350"/>
          <p14:tracePt t="183146" x="10017125" y="3943350"/>
          <p14:tracePt t="183176" x="10025063" y="3943350"/>
          <p14:tracePt t="184386" x="10025063" y="3935413"/>
          <p14:tracePt t="184406" x="10034588" y="3935413"/>
          <p14:tracePt t="184426" x="10034588" y="3925888"/>
          <p14:tracePt t="184803" x="10034588" y="3951288"/>
          <p14:tracePt t="184812" x="10025063" y="3960813"/>
          <p14:tracePt t="184822" x="10025063" y="3976688"/>
          <p14:tracePt t="184832" x="10017125" y="3994150"/>
          <p14:tracePt t="184841" x="10009188" y="4002088"/>
          <p14:tracePt t="184853" x="9999663" y="4011613"/>
          <p14:tracePt t="184862" x="9991725" y="4027488"/>
          <p14:tracePt t="184882" x="9983788" y="4037013"/>
          <p14:tracePt t="184891" x="9974263" y="4052888"/>
          <p14:tracePt t="184912" x="9966325" y="4062413"/>
          <p14:tracePt t="184921" x="9948863" y="4079875"/>
          <p14:tracePt t="184933" x="9931400" y="4087813"/>
          <p14:tracePt t="184941" x="9915525" y="4105275"/>
          <p14:tracePt t="184953" x="9872663" y="4146550"/>
          <p14:tracePt t="184961" x="9786938" y="4214813"/>
          <p14:tracePt t="184971" x="9601200" y="4341813"/>
          <p14:tracePt t="184983" x="9396413" y="4478338"/>
          <p14:tracePt t="184991" x="9150350" y="4614863"/>
          <p14:tracePt t="185002" x="8886825" y="4767263"/>
          <p14:tracePt t="185010" x="8580438" y="4929188"/>
          <p14:tracePt t="185021" x="8250238" y="5099050"/>
          <p14:tracePt t="185030" x="7994650" y="5251450"/>
          <p14:tracePt t="185040" x="7688263" y="5413375"/>
          <p14:tracePt t="185050" x="7426325" y="5583238"/>
          <p14:tracePt t="185061" x="7196138" y="5719763"/>
          <p14:tracePt t="185070" x="7000875" y="5838825"/>
          <p14:tracePt t="185082" x="6856413" y="5932488"/>
          <p14:tracePt t="185091" x="6805613" y="5957888"/>
          <p14:tracePt t="185100" x="6770688" y="5973763"/>
          <p14:tracePt t="185110" x="6745288" y="5983288"/>
          <p14:tracePt t="185120" x="6729413" y="5991225"/>
          <p14:tracePt t="185577" x="6797675" y="5932488"/>
          <p14:tracePt t="185586" x="6848475" y="5889625"/>
          <p14:tracePt t="185597" x="6889750" y="5854700"/>
          <p14:tracePt t="185606" x="6915150" y="5829300"/>
          <p14:tracePt t="185616" x="6932613" y="5813425"/>
          <p14:tracePt t="185625" x="6942138" y="5795963"/>
          <p14:tracePt t="185636" x="6958013" y="5788025"/>
          <p14:tracePt t="185645" x="6967538" y="5778500"/>
          <p14:tracePt t="185655" x="6967538" y="5770563"/>
          <p14:tracePt t="185666" x="6975475" y="5761038"/>
          <p14:tracePt t="185675" x="6983413" y="5753100"/>
          <p14:tracePt t="185686" x="6992938" y="5753100"/>
          <p14:tracePt t="185695" x="6992938" y="5745163"/>
          <p14:tracePt t="185705" x="6992938" y="5735638"/>
          <p14:tracePt t="185716" x="6992938" y="5727700"/>
          <p14:tracePt t="185725" x="7000875" y="5710238"/>
          <p14:tracePt t="185736" x="7008813" y="5694363"/>
          <p14:tracePt t="185744" x="7008813" y="5684838"/>
          <p14:tracePt t="185754" x="7018338" y="5668963"/>
          <p14:tracePt t="185765" x="7018338" y="5641975"/>
          <p14:tracePt t="185774" x="7026275" y="5634038"/>
          <p14:tracePt t="185786" x="7034213" y="5608638"/>
          <p14:tracePt t="185794" x="7034213" y="5583238"/>
          <p14:tracePt t="185804" x="7034213" y="5575300"/>
          <p14:tracePt t="185817" x="7043738" y="5557838"/>
          <p14:tracePt t="185824" x="7051675" y="5532438"/>
          <p14:tracePt t="185835" x="7059613" y="5514975"/>
          <p14:tracePt t="185844" x="7069138" y="5507038"/>
          <p14:tracePt t="185853" x="7069138" y="5489575"/>
          <p14:tracePt t="185864" x="7085013" y="5472113"/>
          <p14:tracePt t="185873" x="7094538" y="5464175"/>
          <p14:tracePt t="185885" x="7094538" y="5446713"/>
          <p14:tracePt t="185902" x="7102475" y="5430838"/>
          <p14:tracePt t="185903" x="7112000" y="5421313"/>
          <p14:tracePt t="185913" x="7119938" y="5405438"/>
          <p14:tracePt t="185922" x="7127875" y="5387975"/>
          <p14:tracePt t="185934" x="7145338" y="5370513"/>
          <p14:tracePt t="185942" x="7153275" y="5362575"/>
          <p14:tracePt t="185953" x="7153275" y="5353050"/>
          <p14:tracePt t="185963" x="7153275" y="5337175"/>
          <p14:tracePt t="185972" x="7162800" y="5337175"/>
          <p14:tracePt t="185983" x="7170738" y="5327650"/>
          <p14:tracePt t="185992" x="7170738" y="5311775"/>
          <p14:tracePt t="186011" x="7178675" y="5311775"/>
          <p14:tracePt t="186021" x="7178675" y="5302250"/>
          <p14:tracePt t="186032" x="7188200" y="5294313"/>
          <p14:tracePt t="186281" x="7221538" y="5276850"/>
          <p14:tracePt t="186291" x="7289800" y="5243513"/>
          <p14:tracePt t="186302" x="7332663" y="5226050"/>
          <p14:tracePt t="186310" x="7383463" y="5192713"/>
          <p14:tracePt t="186321" x="7416800" y="5175250"/>
          <p14:tracePt t="186330" x="7459663" y="5157788"/>
          <p14:tracePt t="186340" x="7477125" y="5141913"/>
          <p14:tracePt t="186350" x="7502525" y="5132388"/>
          <p14:tracePt t="186360" x="7518400" y="5132388"/>
          <p14:tracePt t="186370" x="7535863" y="5124450"/>
          <p14:tracePt t="186379" x="7535863" y="5116513"/>
          <p14:tracePt t="186389" x="7553325" y="5116513"/>
          <p14:tracePt t="186401" x="7553325" y="5106988"/>
          <p14:tracePt t="186410" x="7561263" y="5106988"/>
          <p14:tracePt t="186419" x="7578725" y="5106988"/>
          <p14:tracePt t="186439" x="7596188" y="5099050"/>
          <p14:tracePt t="186449" x="7604125" y="5099050"/>
          <p14:tracePt t="186459" x="7612063" y="5099050"/>
          <p14:tracePt t="186470" x="7621588" y="5091113"/>
          <p14:tracePt t="186479" x="7629525" y="5091113"/>
          <p14:tracePt t="186488" x="7646988" y="5081588"/>
          <p14:tracePt t="186498" x="7662863" y="5081588"/>
          <p14:tracePt t="186510" x="7672388" y="5073650"/>
          <p14:tracePt t="186518" x="7688263" y="5073650"/>
          <p14:tracePt t="186529" x="7705725" y="5073650"/>
          <p14:tracePt t="186548" x="7723188" y="5073650"/>
          <p14:tracePt t="186558" x="7731125" y="5073650"/>
          <p14:tracePt t="186569" x="7740650" y="5073650"/>
          <p14:tracePt t="186578" x="7748588" y="5073650"/>
          <p14:tracePt t="186598" x="7766050" y="5073650"/>
          <p14:tracePt t="186608" x="7773988" y="5073650"/>
          <p14:tracePt t="186619" x="7781925" y="5073650"/>
          <p14:tracePt t="186627" x="7807325" y="5073650"/>
          <p14:tracePt t="186637" x="7824788" y="5073650"/>
          <p14:tracePt t="186648" x="7832725" y="5073650"/>
          <p14:tracePt t="186657" x="7850188" y="5073650"/>
          <p14:tracePt t="186668" x="7867650" y="5073650"/>
          <p14:tracePt t="186678" x="7875588" y="5073650"/>
          <p14:tracePt t="186687" x="7893050" y="5081588"/>
          <p14:tracePt t="186698" x="7900988" y="5081588"/>
          <p14:tracePt t="186706" x="7918450" y="5081588"/>
          <p14:tracePt t="186718" x="7935913" y="5091113"/>
          <p14:tracePt t="186727" x="7943850" y="5091113"/>
          <p14:tracePt t="186736" x="7951788" y="5091113"/>
          <p14:tracePt t="186746" x="7969250" y="5099050"/>
          <p14:tracePt t="186755" x="7977188" y="5099050"/>
          <p14:tracePt t="186767" x="7994650" y="5099050"/>
          <p14:tracePt t="186776" x="8004175" y="5099050"/>
          <p14:tracePt t="186785" x="8020050" y="5106988"/>
          <p14:tracePt t="186796" x="8037513" y="5106988"/>
          <p14:tracePt t="186806" x="8045450" y="5106988"/>
          <p14:tracePt t="186818" x="8062913" y="5106988"/>
          <p14:tracePt t="186825" x="8088313" y="5106988"/>
          <p14:tracePt t="186835" x="8096250" y="5106988"/>
          <p14:tracePt t="186846" x="8121650" y="5106988"/>
          <p14:tracePt t="186855" x="8147050" y="5106988"/>
          <p14:tracePt t="186866" x="8164513" y="5106988"/>
          <p14:tracePt t="186875" x="8181975" y="5106988"/>
          <p14:tracePt t="186885" x="8189913" y="5106988"/>
          <p14:tracePt t="186895" x="8207375" y="5099050"/>
          <p14:tracePt t="186905" x="8215313" y="5099050"/>
          <p14:tracePt t="186916" x="8224838" y="5099050"/>
          <p14:tracePt t="186936" x="8232775" y="5091113"/>
          <p14:tracePt t="186944" x="8240713" y="5091113"/>
          <p14:tracePt t="186964" x="8250238" y="5091113"/>
          <p14:tracePt t="186986" x="8258175" y="5091113"/>
          <p14:tracePt t="187004" x="8266113" y="5091113"/>
          <p14:tracePt t="187074" x="8275638" y="5091113"/>
          <p14:tracePt t="187828" x="8275638" y="5081588"/>
          <p14:tracePt t="188492" x="8291513" y="5073650"/>
          <p14:tracePt t="188501" x="8318500" y="5064125"/>
          <p14:tracePt t="188512" x="8343900" y="5056188"/>
          <p14:tracePt t="188521" x="8359775" y="5056188"/>
          <p14:tracePt t="188533" x="8377238" y="5048250"/>
          <p14:tracePt t="188542" x="8394700" y="5048250"/>
          <p14:tracePt t="188551" x="8410575" y="5038725"/>
          <p14:tracePt t="188561" x="8420100" y="5038725"/>
          <p14:tracePt t="188571" x="8435975" y="5038725"/>
          <p14:tracePt t="188581" x="8445500" y="5030788"/>
          <p14:tracePt t="188591" x="8462963" y="5030788"/>
          <p14:tracePt t="188601" x="8470900" y="5030788"/>
          <p14:tracePt t="188611" x="8478838" y="5030788"/>
          <p14:tracePt t="188620" x="8496300" y="5030788"/>
          <p14:tracePt t="188630" x="8513763" y="5030788"/>
          <p14:tracePt t="188642" x="8521700" y="5030788"/>
          <p14:tracePt t="188651" x="8539163" y="5030788"/>
          <p14:tracePt t="188660" x="8547100" y="5030788"/>
          <p14:tracePt t="188671" x="8564563" y="5030788"/>
          <p14:tracePt t="188682" x="8572500" y="5030788"/>
          <p14:tracePt t="188690" x="8580438" y="5030788"/>
          <p14:tracePt t="188702" x="8597900" y="5030788"/>
          <p14:tracePt t="188711" x="8597900" y="5038725"/>
          <p14:tracePt t="188720" x="8615363" y="5038725"/>
          <p14:tracePt t="188730" x="8623300" y="5038725"/>
          <p14:tracePt t="188739" x="8632825" y="5038725"/>
          <p14:tracePt t="188749" x="8640763" y="5038725"/>
          <p14:tracePt t="188760" x="8648700" y="5038725"/>
          <p14:tracePt t="188779" x="8658225" y="5038725"/>
          <p14:tracePt t="188788" x="8666163" y="5038725"/>
          <p14:tracePt t="188820" x="8674100" y="5038725"/>
          <p14:tracePt t="188839" x="8683625" y="5038725"/>
          <p14:tracePt t="188858" x="8691563" y="5038725"/>
          <p14:tracePt t="188938" x="8699500" y="5038725"/>
          <p14:tracePt t="189524" x="8709025" y="5038725"/>
          <p14:tracePt t="189544" x="8716963" y="5038725"/>
          <p14:tracePt t="189553" x="8742363" y="5038725"/>
          <p14:tracePt t="189562" x="8777288" y="5022850"/>
          <p14:tracePt t="189573" x="8810625" y="4997450"/>
          <p14:tracePt t="189583" x="8843963" y="4987925"/>
          <p14:tracePt t="189593" x="8869363" y="4972050"/>
          <p14:tracePt t="189602" x="8886825" y="4962525"/>
          <p14:tracePt t="189613" x="8894763" y="4962525"/>
          <p14:tracePt t="189623" x="8904288" y="4954588"/>
          <p14:tracePt t="189642" x="8912225" y="4954588"/>
          <p14:tracePt t="189683" x="8921750" y="4954588"/>
          <p14:tracePt t="189692" x="8921750" y="4946650"/>
          <p14:tracePt t="189712" x="8929688" y="4946650"/>
          <p14:tracePt t="189910" x="8937625" y="4946650"/>
          <p14:tracePt t="191358" x="8947150" y="4946650"/>
          <p14:tracePt t="191388" x="8955088" y="4946650"/>
          <p14:tracePt t="191398" x="8955088" y="4954588"/>
          <p14:tracePt t="191418" x="8963025" y="4962525"/>
          <p14:tracePt t="191438" x="8972550" y="4962525"/>
          <p14:tracePt t="191447" x="8972550" y="4972050"/>
          <p14:tracePt t="191457" x="8980488" y="4972050"/>
          <p14:tracePt t="191467" x="8980488" y="4979988"/>
          <p14:tracePt t="191487" x="8980488" y="4987925"/>
          <p14:tracePt t="191507" x="8988425" y="4987925"/>
          <p14:tracePt t="191517" x="8997950" y="4997450"/>
          <p14:tracePt t="191527" x="8997950" y="5005388"/>
          <p14:tracePt t="191547" x="8997950" y="5013325"/>
          <p14:tracePt t="191556" x="8997950" y="5022850"/>
          <p14:tracePt t="191565" x="9005888" y="5030788"/>
          <p14:tracePt t="191596" x="9005888" y="5038725"/>
          <p14:tracePt t="191606" x="9013825" y="5048250"/>
          <p14:tracePt t="191626" x="9013825" y="5056188"/>
          <p14:tracePt t="191635" x="9013825" y="5064125"/>
          <p14:tracePt t="191655" x="9013825" y="5073650"/>
          <p14:tracePt t="191665" x="9023350" y="5073650"/>
          <p14:tracePt t="191685" x="9023350" y="5081588"/>
          <p14:tracePt t="191695" x="9023350" y="5091113"/>
          <p14:tracePt t="191704" x="9031288" y="5091113"/>
          <p14:tracePt t="191735" x="9031288" y="5099050"/>
          <p14:tracePt t="191775" x="9039225" y="5106988"/>
          <p14:tracePt t="193302" x="9039225" y="5116513"/>
          <p14:tracePt t="193361" x="9039225" y="5124450"/>
          <p14:tracePt t="193401" x="9039225" y="5132388"/>
          <p14:tracePt t="194572" x="9039225" y="5124450"/>
          <p14:tracePt t="194641" x="9031288" y="5124450"/>
          <p14:tracePt t="194669" x="9023350" y="5124450"/>
          <p14:tracePt t="194720" x="9013825" y="5124450"/>
          <p14:tracePt t="194750" x="9005888" y="5124450"/>
          <p14:tracePt t="197913" x="9183688" y="4810125"/>
          <p14:tracePt t="197924" x="9439275" y="4300538"/>
          <p14:tracePt t="197933" x="9642475" y="3857625"/>
          <p14:tracePt t="197942" x="9761538" y="3560763"/>
          <p14:tracePt t="197954" x="9839325" y="3348038"/>
          <p14:tracePt t="197962" x="9855200" y="3263900"/>
          <p14:tracePt t="197975" x="9880600" y="3211513"/>
          <p14:tracePt t="197983" x="9890125" y="3186113"/>
          <p14:tracePt t="197992" x="9898063" y="3170238"/>
          <p14:tracePt t="198002" x="9898063" y="3144838"/>
          <p14:tracePt t="198012" x="9898063" y="3127375"/>
          <p14:tracePt t="198022" x="9906000" y="3119438"/>
          <p14:tracePt t="198032" x="9906000" y="3109913"/>
          <p14:tracePt t="198042" x="9915525" y="3094038"/>
          <p14:tracePt t="198062" x="9915525" y="3076575"/>
          <p14:tracePt t="198073" x="9915525" y="3051175"/>
          <p14:tracePt t="198081" x="9915525" y="3041650"/>
          <p14:tracePt t="198091" x="9915525" y="3016250"/>
          <p14:tracePt t="198101" x="9906000" y="2990850"/>
          <p14:tracePt t="198111" x="9872663" y="2957513"/>
          <p14:tracePt t="198121" x="9771063" y="2889250"/>
          <p14:tracePt t="198130" x="9532938" y="2805113"/>
          <p14:tracePt t="198141" x="9183688" y="2778125"/>
          <p14:tracePt t="198150" x="8828088" y="2813050"/>
          <p14:tracePt t="198160" x="8478838" y="2897188"/>
          <p14:tracePt t="198170" x="8240713" y="3000375"/>
          <p14:tracePt t="198180" x="7969250" y="3119438"/>
          <p14:tracePt t="198190" x="7773988" y="3221038"/>
          <p14:tracePt t="198200" x="7612063" y="3305175"/>
          <p14:tracePt t="198210" x="7535863" y="3348038"/>
          <p14:tracePt t="198224" x="7485063" y="3373438"/>
          <p14:tracePt t="198230" x="7451725" y="3390900"/>
          <p14:tracePt t="198241" x="7426325" y="3416300"/>
          <p14:tracePt t="198250" x="7400925" y="3433763"/>
          <p14:tracePt t="198260" x="7373938" y="3449638"/>
          <p14:tracePt t="198270" x="7358063" y="3467100"/>
          <p14:tracePt t="198280" x="7348538" y="3475038"/>
          <p14:tracePt t="198291" x="7340600" y="3492500"/>
          <p14:tracePt t="198300" x="7323138" y="3517900"/>
          <p14:tracePt t="198310" x="7307263" y="3543300"/>
          <p14:tracePt t="198320" x="7297738" y="3568700"/>
          <p14:tracePt t="198330" x="7297738" y="3578225"/>
          <p14:tracePt t="198342" x="7289800" y="3603625"/>
          <p14:tracePt t="198350" x="7281863" y="3619500"/>
          <p14:tracePt t="198360" x="7281863" y="3629025"/>
          <p14:tracePt t="198370" x="7281863" y="3646488"/>
          <p14:tracePt t="198379" x="7281863" y="3654425"/>
          <p14:tracePt t="198391" x="7281863" y="3662363"/>
          <p14:tracePt t="198398" x="7281863" y="3671888"/>
          <p14:tracePt t="198408" x="7281863" y="3679825"/>
          <p14:tracePt t="198418" x="7289800" y="3687763"/>
          <p14:tracePt t="198428" x="7289800" y="3705225"/>
          <p14:tracePt t="198439" x="7297738" y="3705225"/>
          <p14:tracePt t="198448" x="7315200" y="3722688"/>
          <p14:tracePt t="198458" x="7332663" y="3748088"/>
          <p14:tracePt t="198467" x="7348538" y="3763963"/>
          <p14:tracePt t="198478" x="7400925" y="3790950"/>
          <p14:tracePt t="198489" x="7451725" y="3832225"/>
          <p14:tracePt t="198497" x="7502525" y="3857625"/>
          <p14:tracePt t="198507" x="7535863" y="3892550"/>
          <p14:tracePt t="198517" x="7586663" y="3908425"/>
          <p14:tracePt t="198527" x="7621588" y="3925888"/>
          <p14:tracePt t="198538" x="7662863" y="3943350"/>
          <p14:tracePt t="198548" x="7715250" y="3951288"/>
          <p14:tracePt t="198558" x="7766050" y="3968750"/>
          <p14:tracePt t="198569" x="7943850" y="4011613"/>
          <p14:tracePt t="198578" x="8070850" y="4037013"/>
          <p14:tracePt t="198588" x="8189913" y="4044950"/>
          <p14:tracePt t="198598" x="8301038" y="4070350"/>
          <p14:tracePt t="198608" x="8428038" y="4079875"/>
          <p14:tracePt t="198617" x="8488363" y="4079875"/>
          <p14:tracePt t="198627" x="8547100" y="4079875"/>
          <p14:tracePt t="198638" x="8589963" y="4079875"/>
          <p14:tracePt t="198647" x="8648700" y="4079875"/>
          <p14:tracePt t="198657" x="8691563" y="4079875"/>
          <p14:tracePt t="198667" x="8734425" y="4079875"/>
          <p14:tracePt t="198677" x="8767763" y="4079875"/>
          <p14:tracePt t="198688" x="8793163" y="4079875"/>
          <p14:tracePt t="198697" x="8810625" y="4070350"/>
          <p14:tracePt t="198707" x="8843963" y="4070350"/>
          <p14:tracePt t="198716" x="8869363" y="4062413"/>
          <p14:tracePt t="198726" x="8912225" y="4052888"/>
          <p14:tracePt t="198737" x="8937625" y="4052888"/>
          <p14:tracePt t="198745" x="8972550" y="4044950"/>
          <p14:tracePt t="198757" x="8980488" y="4044950"/>
          <p14:tracePt t="198766" x="8997950" y="4037013"/>
          <p14:tracePt t="198776" x="9013825" y="4027488"/>
          <p14:tracePt t="198787" x="9023350" y="4027488"/>
          <p14:tracePt t="198795" x="9031288" y="4019550"/>
          <p14:tracePt t="198807" x="9048750" y="4011613"/>
          <p14:tracePt t="198817" x="9048750" y="4002088"/>
          <p14:tracePt t="198825" x="9064625" y="3994150"/>
          <p14:tracePt t="198836" x="9091613" y="3976688"/>
          <p14:tracePt t="198845" x="9099550" y="3968750"/>
          <p14:tracePt t="198865" x="9107488" y="3951288"/>
          <p14:tracePt t="198875" x="9107488" y="3943350"/>
          <p14:tracePt t="198887" x="9107488" y="3935413"/>
          <p14:tracePt t="198895" x="9099550" y="3875088"/>
          <p14:tracePt t="199251" x="8929688" y="4130675"/>
          <p14:tracePt t="199262" x="8699500" y="4478338"/>
          <p14:tracePt t="199273" x="8521700" y="4767263"/>
          <p14:tracePt t="199281" x="8394700" y="4962525"/>
          <p14:tracePt t="199291" x="8377238" y="5022850"/>
          <p14:tracePt t="199303" x="8351838" y="5073650"/>
          <p14:tracePt t="199311" x="8334375" y="5106988"/>
          <p14:tracePt t="199323" x="8334375" y="5132388"/>
          <p14:tracePt t="199331" x="8326438" y="5167313"/>
          <p14:tracePt t="199341" x="8326438" y="5183188"/>
          <p14:tracePt t="199352" x="8326438" y="5208588"/>
          <p14:tracePt t="199361" x="8326438" y="5226050"/>
          <p14:tracePt t="199372" x="8334375" y="5243513"/>
          <p14:tracePt t="199380" x="8359775" y="5268913"/>
          <p14:tracePt t="199390" x="8385175" y="5311775"/>
          <p14:tracePt t="199401" x="8428038" y="5337175"/>
          <p14:tracePt t="199410" x="8478838" y="5387975"/>
          <p14:tracePt t="199422" x="8539163" y="5430838"/>
          <p14:tracePt t="199430" x="8648700" y="5489575"/>
          <p14:tracePt t="199441" x="8691563" y="5507038"/>
          <p14:tracePt t="199450" x="8742363" y="5524500"/>
          <p14:tracePt t="199461" x="8793163" y="5549900"/>
          <p14:tracePt t="199470" x="8836025" y="5557838"/>
          <p14:tracePt t="199480" x="8869363" y="5565775"/>
          <p14:tracePt t="199490" x="8904288" y="5575300"/>
          <p14:tracePt t="199499" x="8929688" y="5575300"/>
          <p14:tracePt t="199510" x="8955088" y="5575300"/>
          <p14:tracePt t="199520" x="8980488" y="5575300"/>
          <p14:tracePt t="199530" x="8997950" y="5575300"/>
          <p14:tracePt t="199540" x="9013825" y="5575300"/>
          <p14:tracePt t="199549" x="9039225" y="5575300"/>
          <p14:tracePt t="199558" x="9048750" y="5575300"/>
          <p14:tracePt t="199568" x="9064625" y="5565775"/>
          <p14:tracePt t="199578" x="9082088" y="5557838"/>
          <p14:tracePt t="199589" x="9091613" y="5540375"/>
          <p14:tracePt t="199598" x="9099550" y="5540375"/>
          <p14:tracePt t="199608" x="9117013" y="5532438"/>
          <p14:tracePt t="199618" x="9124950" y="5524500"/>
          <p14:tracePt t="199628" x="9132888" y="5514975"/>
          <p14:tracePt t="199647" x="9142413" y="5507038"/>
          <p14:tracePt t="199658" x="9150350" y="5497513"/>
          <p14:tracePt t="199668" x="9150350" y="5489575"/>
          <p14:tracePt t="199688" x="9158288" y="5481638"/>
          <p14:tracePt t="199697" x="9167813" y="5472113"/>
          <p14:tracePt t="199707" x="9167813" y="5464175"/>
          <p14:tracePt t="199719" x="9175750" y="5446713"/>
          <p14:tracePt t="199728" x="9175750" y="5421313"/>
          <p14:tracePt t="199739" x="9175750" y="5405438"/>
          <p14:tracePt t="199747" x="9175750" y="5370513"/>
          <p14:tracePt t="199758" x="9175750" y="5337175"/>
          <p14:tracePt t="199769" x="9175750" y="5311775"/>
          <p14:tracePt t="199777" x="9158288" y="5286375"/>
          <p14:tracePt t="199789" x="9150350" y="5260975"/>
          <p14:tracePt t="199797" x="9142413" y="5226050"/>
          <p14:tracePt t="199807" x="9124950" y="5200650"/>
          <p14:tracePt t="199816" x="9107488" y="5175250"/>
          <p14:tracePt t="199826" x="9091613" y="5157788"/>
          <p14:tracePt t="199837" x="9074150" y="5141913"/>
          <p14:tracePt t="199846" x="9064625" y="5124450"/>
          <p14:tracePt t="199856" x="9056688" y="5099050"/>
          <p14:tracePt t="199866" x="9039225" y="5081588"/>
          <p14:tracePt t="199876" x="9023350" y="5073650"/>
          <p14:tracePt t="199887" x="9005888" y="5056188"/>
          <p14:tracePt t="199901" x="8988425" y="5038725"/>
          <p14:tracePt t="199905" x="8972550" y="5030788"/>
          <p14:tracePt t="199915" x="8955088" y="5013325"/>
          <p14:tracePt t="199925" x="8929688" y="4997450"/>
          <p14:tracePt t="199935" x="8912225" y="4997450"/>
          <p14:tracePt t="199945" x="8878888" y="4987925"/>
          <p14:tracePt t="199956" x="8828088" y="4962525"/>
          <p14:tracePt t="199965" x="8793163" y="4962525"/>
          <p14:tracePt t="199975" x="8750300" y="4962525"/>
          <p14:tracePt t="199985" x="8724900" y="4962525"/>
          <p14:tracePt t="199995" x="8699500" y="4962525"/>
          <p14:tracePt t="200005" x="8674100" y="4962525"/>
          <p14:tracePt t="200015" x="8666163" y="4962525"/>
          <p14:tracePt t="200025" x="8648700" y="4962525"/>
          <p14:tracePt t="200036" x="8623300" y="4972050"/>
          <p14:tracePt t="200045" x="8605838" y="4987925"/>
          <p14:tracePt t="200056" x="8597900" y="4997450"/>
          <p14:tracePt t="200065" x="8580438" y="5022850"/>
          <p14:tracePt t="200075" x="8572500" y="5038725"/>
          <p14:tracePt t="200086" x="8564563" y="5064125"/>
          <p14:tracePt t="200095" x="8555038" y="5099050"/>
          <p14:tracePt t="200105" x="8547100" y="5132388"/>
          <p14:tracePt t="200114" x="8547100" y="5157788"/>
          <p14:tracePt t="200125" x="8547100" y="5183188"/>
          <p14:tracePt t="200135" x="8547100" y="5200650"/>
          <p14:tracePt t="200144" x="8547100" y="5218113"/>
          <p14:tracePt t="200155" x="8547100" y="5235575"/>
          <p14:tracePt t="200164" x="8547100" y="5251450"/>
          <p14:tracePt t="200174" x="8547100" y="5268913"/>
          <p14:tracePt t="200185" x="8555038" y="5286375"/>
          <p14:tracePt t="200194" x="8572500" y="5302250"/>
          <p14:tracePt t="200205" x="8589963" y="5327650"/>
          <p14:tracePt t="200213" x="8597900" y="5337175"/>
          <p14:tracePt t="200223" x="8632825" y="5370513"/>
          <p14:tracePt t="200233" x="8658225" y="5380038"/>
          <p14:tracePt t="200243" x="8709025" y="5405438"/>
          <p14:tracePt t="200254" x="8750300" y="5421313"/>
          <p14:tracePt t="200262" x="8793163" y="5421313"/>
          <p14:tracePt t="200273" x="8843963" y="5430838"/>
          <p14:tracePt t="200283" x="8878888" y="5430838"/>
          <p14:tracePt t="200292" x="8921750" y="5430838"/>
          <p14:tracePt t="200304" x="8937625" y="5421313"/>
          <p14:tracePt t="200312" x="8972550" y="5405438"/>
          <p14:tracePt t="200323" x="8997950" y="5387975"/>
          <p14:tracePt t="200332" x="9013825" y="5370513"/>
          <p14:tracePt t="200342" x="9039225" y="5345113"/>
          <p14:tracePt t="200353" x="9056688" y="5337175"/>
          <p14:tracePt t="200362" x="9064625" y="5311775"/>
          <p14:tracePt t="200372" x="9082088" y="5276850"/>
          <p14:tracePt t="200383" x="9099550" y="5226050"/>
          <p14:tracePt t="200392" x="9107488" y="5183188"/>
          <p14:tracePt t="200403" x="9107488" y="5141913"/>
          <p14:tracePt t="200412" x="9107488" y="5099050"/>
          <p14:tracePt t="200422" x="9107488" y="5056188"/>
          <p14:tracePt t="200432" x="9107488" y="5030788"/>
          <p14:tracePt t="200441" x="9107488" y="5005388"/>
          <p14:tracePt t="200452" x="9099550" y="4979988"/>
          <p14:tracePt t="200462" x="9091613" y="4972050"/>
          <p14:tracePt t="200473" x="9082088" y="4962525"/>
          <p14:tracePt t="200481" x="9074150" y="4946650"/>
          <p14:tracePt t="200501" x="9064625" y="4937125"/>
          <p14:tracePt t="200511" x="9056688" y="4929188"/>
          <p14:tracePt t="200524" x="9048750" y="4929188"/>
          <p14:tracePt t="200530" x="9031288" y="4929188"/>
          <p14:tracePt t="200541" x="9005888" y="4929188"/>
          <p14:tracePt t="200551" x="8988425" y="4946650"/>
          <p14:tracePt t="200561" x="8955088" y="4972050"/>
          <p14:tracePt t="200572" x="8921750" y="5022850"/>
          <p14:tracePt t="200580" x="8904288" y="5073650"/>
          <p14:tracePt t="200590" x="8886825" y="5116513"/>
          <p14:tracePt t="200602" x="8886825" y="5149850"/>
          <p14:tracePt t="200610" x="8886825" y="5183188"/>
          <p14:tracePt t="200621" x="8886825" y="5208588"/>
          <p14:tracePt t="200630" x="8894763" y="5243513"/>
          <p14:tracePt t="200640" x="8894763" y="5268913"/>
          <p14:tracePt t="200651" x="8912225" y="5286375"/>
          <p14:tracePt t="200661" x="8929688" y="5311775"/>
          <p14:tracePt t="200672" x="8947150" y="5319713"/>
          <p14:tracePt t="200680" x="8963025" y="5327650"/>
          <p14:tracePt t="200690" x="8980488" y="5327650"/>
          <p14:tracePt t="200701" x="9005888" y="5337175"/>
          <p14:tracePt t="200710" x="9023350" y="5337175"/>
          <p14:tracePt t="200720" x="9039225" y="5337175"/>
          <p14:tracePt t="200729" x="9056688" y="5337175"/>
          <p14:tracePt t="200739" x="9064625" y="5337175"/>
          <p14:tracePt t="200751" x="9074150" y="5337175"/>
          <p14:tracePt t="200759" x="9091613" y="5337175"/>
          <p14:tracePt t="200789" x="9099550" y="5337175"/>
          <p14:tracePt t="200799" x="9107488" y="5337175"/>
          <p14:tracePt t="200819" x="9107488" y="5327650"/>
          <p14:tracePt t="200828" x="9117013" y="5327650"/>
          <p14:tracePt t="200857" x="9117013" y="5319713"/>
          <p14:tracePt t="201533" x="9117013" y="5311775"/>
          <p14:tracePt t="201601" x="9117013" y="5302250"/>
          <p14:tracePt t="201732" x="9117013" y="5294313"/>
          <p14:tracePt t="201752" x="9117013" y="5276850"/>
          <p14:tracePt t="201771" x="9117013" y="5260975"/>
          <p14:tracePt t="201781" x="9107488" y="5243513"/>
          <p14:tracePt t="201791" x="9099550" y="5235575"/>
          <p14:tracePt t="201800" x="9082088" y="5208588"/>
          <p14:tracePt t="201811" x="9064625" y="5183188"/>
          <p14:tracePt t="201821" x="9048750" y="5157788"/>
          <p14:tracePt t="201830" x="9031288" y="5132388"/>
          <p14:tracePt t="201841" x="9005888" y="5106988"/>
          <p14:tracePt t="201850" x="8963025" y="5073650"/>
          <p14:tracePt t="201861" x="8929688" y="5048250"/>
          <p14:tracePt t="201871" x="8878888" y="5013325"/>
          <p14:tracePt t="201880" x="8843963" y="4997450"/>
          <p14:tracePt t="201901" x="8810625" y="4987925"/>
          <p14:tracePt t="201907" x="8785225" y="4979988"/>
          <p14:tracePt t="201909" x="8759825" y="4972050"/>
          <p14:tracePt t="201922" x="8742363" y="4962525"/>
          <p14:tracePt t="201930" x="8716963" y="4962525"/>
          <p14:tracePt t="201940" x="8699500" y="4962525"/>
          <p14:tracePt t="201950" x="8691563" y="4962525"/>
          <p14:tracePt t="201959" x="8666163" y="4962525"/>
          <p14:tracePt t="201970" x="8648700" y="4962525"/>
          <p14:tracePt t="201979" x="8623300" y="4962525"/>
          <p14:tracePt t="201989" x="8605838" y="4972050"/>
          <p14:tracePt t="201999" x="8580438" y="4979988"/>
          <p14:tracePt t="202009" x="8572500" y="4997450"/>
          <p14:tracePt t="202020" x="8547100" y="5013325"/>
          <p14:tracePt t="202029" x="8521700" y="5038725"/>
          <p14:tracePt t="202038" x="8504238" y="5048250"/>
          <p14:tracePt t="202049" x="8496300" y="5073650"/>
          <p14:tracePt t="202058" x="8478838" y="5099050"/>
          <p14:tracePt t="202069" x="8470900" y="5116513"/>
          <p14:tracePt t="202078" x="8470900" y="5132388"/>
          <p14:tracePt t="202088" x="8462963" y="5149850"/>
          <p14:tracePt t="202097" x="8462963" y="5167313"/>
          <p14:tracePt t="202108" x="8462963" y="5175250"/>
          <p14:tracePt t="202119" x="8462963" y="5192713"/>
          <p14:tracePt t="202128" x="8462963" y="5200650"/>
          <p14:tracePt t="202138" x="8462963" y="5218113"/>
          <p14:tracePt t="202147" x="8462963" y="5226050"/>
          <p14:tracePt t="202157" x="8462963" y="5235575"/>
          <p14:tracePt t="202169" x="8462963" y="5251450"/>
          <p14:tracePt t="202177" x="8462963" y="5268913"/>
          <p14:tracePt t="202197" x="8470900" y="5276850"/>
          <p14:tracePt t="202207" x="8478838" y="5286375"/>
          <p14:tracePt t="202218" x="8488363" y="5294313"/>
          <p14:tracePt t="202237" x="8496300" y="5302250"/>
          <p14:tracePt t="202246" x="8504238" y="5302250"/>
          <p14:tracePt t="202267" x="8521700" y="5302250"/>
          <p14:tracePt t="202276" x="8529638" y="5302250"/>
          <p14:tracePt t="202287" x="8539163" y="5302250"/>
          <p14:tracePt t="202296" x="8555038" y="5286375"/>
          <p14:tracePt t="202306" x="8572500" y="5276850"/>
          <p14:tracePt t="202316" x="8597900" y="5260975"/>
          <p14:tracePt t="202326" x="8605838" y="5235575"/>
          <p14:tracePt t="202337" x="8623300" y="5218113"/>
          <p14:tracePt t="202346" x="8648700" y="5192713"/>
          <p14:tracePt t="202356" x="8658225" y="5175250"/>
          <p14:tracePt t="202368" x="8674100" y="5157788"/>
          <p14:tracePt t="202375" x="8691563" y="5132388"/>
          <p14:tracePt t="202387" x="8691563" y="5116513"/>
          <p14:tracePt t="202395" x="8699500" y="5106988"/>
          <p14:tracePt t="202405" x="8709025" y="5091113"/>
          <p14:tracePt t="202416" x="8709025" y="5073650"/>
          <p14:tracePt t="202425" x="8716963" y="5064125"/>
          <p14:tracePt t="202437" x="8724900" y="5056188"/>
          <p14:tracePt t="202444" x="8724900" y="5038725"/>
          <p14:tracePt t="202464" x="8724900" y="5022850"/>
          <p14:tracePt t="202474" x="8724900" y="5013325"/>
          <p14:tracePt t="202494" x="8724900" y="4997450"/>
          <p14:tracePt t="202503" x="8724900" y="4987925"/>
          <p14:tracePt t="202513" x="8724900" y="4979988"/>
          <p14:tracePt t="202524" x="8724900" y="4972050"/>
          <p14:tracePt t="202543" x="8724900" y="4954588"/>
          <p14:tracePt t="202553" x="8724900" y="4946650"/>
          <p14:tracePt t="202563" x="8716963" y="4937125"/>
          <p14:tracePt t="202573" x="8699500" y="4929188"/>
          <p14:tracePt t="202583" x="8691563" y="4911725"/>
          <p14:tracePt t="202593" x="8674100" y="4903788"/>
          <p14:tracePt t="202603" x="8658225" y="4894263"/>
          <p14:tracePt t="202614" x="8648700" y="4886325"/>
          <p14:tracePt t="202624" x="8640763" y="4886325"/>
          <p14:tracePt t="202634" x="8623300" y="4886325"/>
          <p14:tracePt t="202654" x="8605838" y="4878388"/>
          <p14:tracePt t="202664" x="8597900" y="4878388"/>
          <p14:tracePt t="202673" x="8597900" y="4868863"/>
          <p14:tracePt t="202683" x="8580438" y="4868863"/>
          <p14:tracePt t="202693" x="8572500" y="4868863"/>
          <p14:tracePt t="202714" x="8564563" y="4860925"/>
          <p14:tracePt t="202722" x="8555038" y="4860925"/>
          <p14:tracePt t="202743" x="8547100" y="4860925"/>
          <p14:tracePt t="202753" x="8539163" y="4860925"/>
          <p14:tracePt t="202762" x="8529638" y="4860925"/>
          <p14:tracePt t="202783" x="8521700" y="4860925"/>
          <p14:tracePt t="202791" x="8513763" y="4860925"/>
          <p14:tracePt t="202833" x="8504238" y="4860925"/>
          <p14:tracePt t="202853" x="8496300" y="4860925"/>
          <p14:tracePt t="202882" x="8488363" y="4860925"/>
          <p14:tracePt t="203190" x="8488363" y="4852988"/>
          <p14:tracePt t="203368" x="8488363" y="4843463"/>
          <p14:tracePt t="203437" x="8488363" y="4835525"/>
          <p14:tracePt t="203685" x="8496300" y="4835525"/>
          <p14:tracePt t="203695" x="8504238" y="4835525"/>
          <p14:tracePt t="203705" x="8513763" y="4835525"/>
          <p14:tracePt t="203714" x="8529638" y="4843463"/>
          <p14:tracePt t="203724" x="8555038" y="4852988"/>
          <p14:tracePt t="203735" x="8564563" y="4868863"/>
          <p14:tracePt t="203744" x="8589963" y="4886325"/>
          <p14:tracePt t="203754" x="8605838" y="4903788"/>
          <p14:tracePt t="203765" x="8623300" y="4911725"/>
          <p14:tracePt t="203773" x="8632825" y="4919663"/>
          <p14:tracePt t="203785" x="8640763" y="4929188"/>
          <p14:tracePt t="203794" x="8648700" y="4946650"/>
          <p14:tracePt t="203803" x="8658225" y="4954588"/>
          <p14:tracePt t="203814" x="8666163" y="4979988"/>
          <p14:tracePt t="203823" x="8666163" y="5005388"/>
          <p14:tracePt t="203834" x="8666163" y="5038725"/>
          <p14:tracePt t="203843" x="8658225" y="5073650"/>
          <p14:tracePt t="203852" x="8640763" y="5106988"/>
          <p14:tracePt t="203863" x="8623300" y="5141913"/>
          <p14:tracePt t="203872" x="8605838" y="5167313"/>
          <p14:tracePt t="203884" x="8580438" y="5192713"/>
          <p14:tracePt t="203893" x="8564563" y="5200650"/>
          <p14:tracePt t="203904" x="8547100" y="5208588"/>
          <p14:tracePt t="203913" x="8547100" y="5218113"/>
          <p14:tracePt t="203922" x="8529638" y="5226050"/>
          <p14:tracePt t="203934" x="8521700" y="5226050"/>
          <p14:tracePt t="203943" x="8521700" y="5235575"/>
          <p14:tracePt t="203953" x="8513763" y="5235575"/>
          <p14:tracePt t="203972" x="8504238" y="5235575"/>
          <p14:tracePt t="203992" x="8504238" y="5243513"/>
          <p14:tracePt t="204012" x="8496300" y="5243513"/>
          <p14:tracePt t="204041" x="8488363" y="5243513"/>
          <p14:tracePt t="204081" x="8478838" y="5243513"/>
          <p14:tracePt t="204894" x="8301038" y="5192713"/>
          <p14:tracePt t="204904" x="7859713" y="4987925"/>
          <p14:tracePt t="204914" x="7434263" y="4767263"/>
          <p14:tracePt t="204924" x="7153275" y="4589463"/>
          <p14:tracePt t="204935" x="6950075" y="4452938"/>
          <p14:tracePt t="204943" x="6788150" y="4325938"/>
          <p14:tracePt t="204953" x="6754813" y="4300538"/>
          <p14:tracePt t="204964" x="6719888" y="4275138"/>
          <p14:tracePt t="204974" x="6704013" y="4265613"/>
          <p14:tracePt t="204985" x="6678613" y="4249738"/>
          <p14:tracePt t="204993" x="6669088" y="4240213"/>
          <p14:tracePt t="205004" x="6661150" y="4232275"/>
          <p14:tracePt t="205014" x="6653213" y="4224338"/>
          <p14:tracePt t="205023" x="6635750" y="4214813"/>
          <p14:tracePt t="205035" x="6635750" y="4206875"/>
          <p14:tracePt t="205043" x="6626225" y="4197350"/>
          <p14:tracePt t="205052" x="6626225" y="4181475"/>
          <p14:tracePt t="205064" x="6618288" y="4164013"/>
          <p14:tracePt t="205073" x="6618288" y="4156075"/>
          <p14:tracePt t="205083" x="6618288" y="4138613"/>
          <p14:tracePt t="205093" x="6618288" y="4121150"/>
          <p14:tracePt t="205102" x="6618288" y="4113213"/>
          <p14:tracePt t="205113" x="6618288" y="4105275"/>
          <p14:tracePt t="205122" x="6618288" y="4095750"/>
          <p14:tracePt t="205132" x="6618288" y="4079875"/>
          <p14:tracePt t="205142" x="6626225" y="4062413"/>
          <p14:tracePt t="205152" x="6626225" y="4052888"/>
          <p14:tracePt t="205163" x="6626225" y="4044950"/>
          <p14:tracePt t="205172" x="6635750" y="4027488"/>
          <p14:tracePt t="205183" x="6643688" y="4019550"/>
          <p14:tracePt t="205191" x="6653213" y="4002088"/>
          <p14:tracePt t="205202" x="6661150" y="3986213"/>
          <p14:tracePt t="205211" x="6669088" y="3976688"/>
          <p14:tracePt t="205222" x="6678613" y="3960813"/>
          <p14:tracePt t="205231" x="6694488" y="3943350"/>
          <p14:tracePt t="205241" x="6711950" y="3925888"/>
          <p14:tracePt t="205252" x="6729413" y="3908425"/>
          <p14:tracePt t="205261" x="6754813" y="3892550"/>
          <p14:tracePt t="205271" x="6770688" y="3875088"/>
          <p14:tracePt t="205281" x="6813550" y="3849688"/>
          <p14:tracePt t="205292" x="6856413" y="3816350"/>
          <p14:tracePt t="205301" x="7059613" y="3722688"/>
          <p14:tracePt t="205310" x="7332663" y="3578225"/>
          <p14:tracePt t="205321" x="7715250" y="3424238"/>
          <p14:tracePt t="205331" x="8012113" y="3322638"/>
          <p14:tracePt t="205340" x="8301038" y="3238500"/>
          <p14:tracePt t="205351" x="8529638" y="3178175"/>
          <p14:tracePt t="205361" x="8724900" y="3144838"/>
          <p14:tracePt t="205370" x="8836025" y="3135313"/>
          <p14:tracePt t="205381" x="8894763" y="3135313"/>
          <p14:tracePt t="205390" x="8937625" y="3135313"/>
          <p14:tracePt t="205401" x="8972550" y="3135313"/>
          <p14:tracePt t="205411" x="9005888" y="3135313"/>
          <p14:tracePt t="205421" x="9023350" y="3144838"/>
          <p14:tracePt t="205432" x="9048750" y="3152775"/>
          <p14:tracePt t="205439" x="9064625" y="3170238"/>
          <p14:tracePt t="205451" x="9082088" y="3178175"/>
          <p14:tracePt t="205459" x="9091613" y="3186113"/>
          <p14:tracePt t="205469" x="9107488" y="3195638"/>
          <p14:tracePt t="205481" x="9124950" y="3211513"/>
          <p14:tracePt t="205489" x="9142413" y="3228975"/>
          <p14:tracePt t="205501" x="9158288" y="3246438"/>
          <p14:tracePt t="205509" x="9175750" y="3263900"/>
          <p14:tracePt t="205519" x="9193213" y="3289300"/>
          <p14:tracePt t="205530" x="9209088" y="3314700"/>
          <p14:tracePt t="205538" x="9218613" y="3340100"/>
          <p14:tracePt t="205551" x="9236075" y="3365500"/>
          <p14:tracePt t="205558" x="9244013" y="3382963"/>
          <p14:tracePt t="205569" x="9244013" y="3416300"/>
          <p14:tracePt t="205581" x="9244013" y="3441700"/>
          <p14:tracePt t="205588" x="9244013" y="3459163"/>
          <p14:tracePt t="205600" x="9236075" y="3509963"/>
          <p14:tracePt t="205608" x="9150350" y="3679825"/>
          <p14:tracePt t="205618" x="8937625" y="3951288"/>
          <p14:tracePt t="205629" x="8666163" y="4206875"/>
          <p14:tracePt t="205638" x="8369300" y="4445000"/>
          <p14:tracePt t="205650" x="8105775" y="4622800"/>
          <p14:tracePt t="205657" x="7850188" y="4775200"/>
          <p14:tracePt t="205668" x="7629525" y="4886325"/>
          <p14:tracePt t="205678" x="7416800" y="4979988"/>
          <p14:tracePt t="205688" x="7239000" y="5030788"/>
          <p14:tracePt t="205698" x="7162800" y="5048250"/>
          <p14:tracePt t="205707" x="7119938" y="5048250"/>
          <p14:tracePt t="205717" x="7077075" y="5048250"/>
          <p14:tracePt t="205727" x="7034213" y="5048250"/>
          <p14:tracePt t="205737" x="7000875" y="5048250"/>
          <p14:tracePt t="205747" x="6967538" y="5038725"/>
          <p14:tracePt t="205758" x="6942138" y="5038725"/>
          <p14:tracePt t="205767" x="6924675" y="5022850"/>
          <p14:tracePt t="205776" x="6915150" y="5013325"/>
          <p14:tracePt t="205787" x="6899275" y="5005388"/>
          <p14:tracePt t="205797" x="6889750" y="4987925"/>
          <p14:tracePt t="205806" x="6881813" y="4987925"/>
          <p14:tracePt t="205817" x="6881813" y="4979988"/>
          <p14:tracePt t="205827" x="6873875" y="4972050"/>
          <p14:tracePt t="205847" x="6864350" y="4962525"/>
          <p14:tracePt t="205876" x="6864350" y="4954588"/>
          <p14:tracePt t="205916" x="6864350" y="4946650"/>
          <p14:tracePt t="206254" x="6864350" y="4937125"/>
          <p14:tracePt t="206352" x="6864350" y="4929188"/>
          <p14:tracePt t="206372" x="6873875" y="4929188"/>
          <p14:tracePt t="206432" x="6873875" y="4919663"/>
          <p14:tracePt t="206451" x="6881813" y="4919663"/>
          <p14:tracePt t="206531" x="6889750" y="4919663"/>
          <p14:tracePt t="206541" x="6889750" y="4911725"/>
          <p14:tracePt t="206551" x="6899275" y="4911725"/>
          <p14:tracePt t="206561" x="6899275" y="4903788"/>
          <p14:tracePt t="206571" x="6907213" y="4903788"/>
          <p14:tracePt t="206581" x="6915150" y="4903788"/>
          <p14:tracePt t="206590" x="6924675" y="4886325"/>
          <p14:tracePt t="206600" x="6942138" y="4878388"/>
          <p14:tracePt t="206610" x="6975475" y="4860925"/>
          <p14:tracePt t="206620" x="7008813" y="4835525"/>
          <p14:tracePt t="206630" x="7196138" y="4724400"/>
          <p14:tracePt t="206640" x="7332663" y="4648200"/>
          <p14:tracePt t="206651" x="7527925" y="4529138"/>
          <p14:tracePt t="206660" x="7604125" y="4495800"/>
          <p14:tracePt t="206670" x="7654925" y="4460875"/>
          <p14:tracePt t="206679" x="7688263" y="4445000"/>
          <p14:tracePt t="206688" x="7715250" y="4435475"/>
          <p14:tracePt t="206700" x="7740650" y="4427538"/>
          <p14:tracePt t="206710" x="7756525" y="4427538"/>
          <p14:tracePt t="206719" x="7773988" y="4419600"/>
          <p14:tracePt t="206730" x="7791450" y="4419600"/>
          <p14:tracePt t="206739" x="7799388" y="4419600"/>
          <p14:tracePt t="206751" x="7816850" y="4410075"/>
          <p14:tracePt t="206759" x="7824788" y="4410075"/>
          <p14:tracePt t="206788" x="7832725" y="4410075"/>
          <p14:tracePt t="206818" x="7842250" y="4410075"/>
          <p14:tracePt t="206868" x="7791450" y="4419600"/>
          <p14:tracePt t="206878" x="7451725" y="4546600"/>
          <p14:tracePt t="206888" x="6848475" y="4741863"/>
          <p14:tracePt t="206899" x="6499225" y="4852988"/>
          <p14:tracePt t="206908" x="6270625" y="4911725"/>
          <p14:tracePt t="206917" x="6194425" y="4919663"/>
          <p14:tracePt t="206927" x="6159500" y="4929188"/>
          <p14:tracePt t="206937" x="6151563" y="4929188"/>
          <p14:tracePt t="206949" x="6126163" y="4929188"/>
          <p14:tracePt t="206957" x="6116638" y="4929188"/>
          <p14:tracePt t="206978" x="6116638" y="4919663"/>
          <p14:tracePt t="206987" x="6253163" y="4691063"/>
          <p14:tracePt t="206998" x="6754813" y="4052888"/>
          <p14:tracePt t="207007" x="7400925" y="3373438"/>
          <p14:tracePt t="207017" x="7842250" y="2990850"/>
          <p14:tracePt t="207027" x="8334375" y="2651125"/>
          <p14:tracePt t="207036" x="8666163" y="2489200"/>
          <p14:tracePt t="207048" x="8912225" y="2387600"/>
          <p14:tracePt t="207056" x="8997950" y="2354263"/>
          <p14:tracePt t="207066" x="9031288" y="2344738"/>
          <p14:tracePt t="207076" x="9064625" y="2344738"/>
          <p14:tracePt t="207086" x="9074150" y="2344738"/>
          <p14:tracePt t="207096" x="9091613" y="2344738"/>
          <p14:tracePt t="207106" x="9107488" y="2344738"/>
          <p14:tracePt t="207135" x="9117013" y="2344738"/>
          <p14:tracePt t="207165" x="9124950" y="2344738"/>
          <p14:tracePt t="207275" x="9132888" y="2344738"/>
          <p14:tracePt t="207285" x="9132888" y="2354263"/>
          <p14:tracePt t="207304" x="9132888" y="2362200"/>
          <p14:tracePt t="207315" x="9142413" y="2387600"/>
          <p14:tracePt t="207323" x="9150350" y="2430463"/>
          <p14:tracePt t="207334" x="9175750" y="2651125"/>
          <p14:tracePt t="207344" x="9201150" y="3084513"/>
          <p14:tracePt t="207354" x="9183688" y="3527425"/>
          <p14:tracePt t="207364" x="9132888" y="3857625"/>
          <p14:tracePt t="207374" x="9064625" y="4138613"/>
          <p14:tracePt t="207384" x="8988425" y="4402138"/>
          <p14:tracePt t="207394" x="8886825" y="4673600"/>
          <p14:tracePt t="207404" x="8810625" y="4878388"/>
          <p14:tracePt t="207414" x="8724900" y="5073650"/>
          <p14:tracePt t="207423" x="8716963" y="5106988"/>
          <p14:tracePt t="207433" x="8699500" y="5141913"/>
          <p14:tracePt t="207444" x="8691563" y="5157788"/>
          <p14:tracePt t="207453" x="8683625" y="5175250"/>
          <p14:tracePt t="207463" x="8683625" y="5183188"/>
          <p14:tracePt t="207472" x="8683625" y="5192713"/>
          <p14:tracePt t="207483" x="8674100" y="5192713"/>
          <p14:tracePt t="207533" x="8674100" y="5200650"/>
          <p14:tracePt t="207840" x="8666163" y="5208588"/>
          <p14:tracePt t="207850" x="8640763" y="5218113"/>
          <p14:tracePt t="207861" x="8410575" y="5345113"/>
          <p14:tracePt t="207870" x="7875588" y="5668963"/>
          <p14:tracePt t="207880" x="7196138" y="6024563"/>
          <p14:tracePt t="207897" x="6745288" y="6229350"/>
          <p14:tracePt t="207900" x="6219825" y="6442075"/>
          <p14:tracePt t="207912" x="5786438" y="6602413"/>
          <p14:tracePt t="207919" x="5437188" y="6713538"/>
          <p14:tracePt t="207928" x="5173663" y="6789738"/>
          <p14:tracePt t="207939" x="4978400" y="6832600"/>
          <p14:tracePt t="207949" x="4927600" y="6840538"/>
          <p14:tracePt t="207959" x="4910138" y="6850063"/>
          <p14:tracePt t="207969" x="4884738" y="6850063"/>
          <p14:tracePt t="207980" x="4868863" y="6850063"/>
          <p14:tracePt t="207988" x="4859338" y="6850063"/>
          <p14:tracePt t="208009" x="4851400" y="6850063"/>
          <p14:tracePt t="208028" x="4843463" y="6850063"/>
          <p14:tracePt t="208158" x="4843463" y="6840538"/>
          <p14:tracePt t="208187" x="4851400" y="6840538"/>
          <p14:tracePt t="208227" x="4851400" y="6832600"/>
          <p14:tracePt t="208336" x="4851400" y="6824663"/>
          <p14:tracePt t="208356" x="4859338" y="6824663"/>
          <p14:tracePt t="208366" x="4859338" y="6815138"/>
          <p14:tracePt t="208574" x="4868863" y="6815138"/>
          <p14:tracePt t="209606" x="4876800" y="6815138"/>
          <p14:tracePt t="210825" x="4876800" y="6807200"/>
          <p14:tracePt t="211252" x="4876800" y="6799263"/>
          <p14:tracePt t="211361" x="4876800" y="6789738"/>
          <p14:tracePt t="211371" x="4868863" y="6789738"/>
          <p14:tracePt t="211420" x="4859338" y="6781800"/>
          <p14:tracePt t="211580" x="4851400" y="6781800"/>
          <p14:tracePt t="211609" x="4851400" y="6772275"/>
          <p14:tracePt t="211718" x="4851400" y="6764338"/>
          <p14:tracePt t="211728" x="4851400" y="6756400"/>
          <p14:tracePt t="211748" x="4851400" y="6746875"/>
          <p14:tracePt t="211757" x="4851400" y="6731000"/>
          <p14:tracePt t="211778" x="4851400" y="6713538"/>
          <p14:tracePt t="211787" x="4851400" y="6705600"/>
          <p14:tracePt t="211797" x="4859338" y="6696075"/>
          <p14:tracePt t="211807" x="4868863" y="6688138"/>
          <p14:tracePt t="211816" x="4876800" y="6680200"/>
          <p14:tracePt t="211828" x="4876800" y="6670675"/>
          <p14:tracePt t="211836" x="4876800" y="6654800"/>
          <p14:tracePt t="211846" x="4884738" y="6654800"/>
          <p14:tracePt t="211858" x="4894263" y="6645275"/>
          <p14:tracePt t="211866" x="4894263" y="6637338"/>
          <p14:tracePt t="211892" x="4902200" y="6627813"/>
          <p14:tracePt t="211908" x="4902200" y="6619875"/>
          <p14:tracePt t="211926" x="4910138" y="6619875"/>
          <p14:tracePt t="211936" x="4910138" y="6611938"/>
          <p14:tracePt t="211965" x="4919663" y="6611938"/>
          <p14:tracePt t="212006" x="4919663" y="6602413"/>
          <p14:tracePt t="213205" x="4621213" y="6500813"/>
          <p14:tracePt t="213216" x="4121150" y="6288088"/>
          <p14:tracePt t="213226" x="3644900" y="6042025"/>
          <p14:tracePt t="213235" x="3338513" y="5880100"/>
          <p14:tracePt t="213245" x="3024188" y="5694363"/>
          <p14:tracePt t="213257" x="2803525" y="5565775"/>
          <p14:tracePt t="213264" x="2600325" y="5438775"/>
          <p14:tracePt t="213275" x="2565400" y="5413375"/>
          <p14:tracePt t="213285" x="2540000" y="5395913"/>
          <p14:tracePt t="213295" x="2514600" y="5370513"/>
          <p14:tracePt t="213305" x="2497138" y="5362575"/>
          <p14:tracePt t="213314" x="2497138" y="5353050"/>
          <p14:tracePt t="213325" x="2481263" y="5345113"/>
          <p14:tracePt t="213333" x="2481263" y="5337175"/>
          <p14:tracePt t="213344" x="2471738" y="5327650"/>
          <p14:tracePt t="213355" x="2471738" y="5319713"/>
          <p14:tracePt t="213364" x="2471738" y="5311775"/>
          <p14:tracePt t="213374" x="2471738" y="5302250"/>
          <p14:tracePt t="213384" x="2471738" y="5286375"/>
          <p14:tracePt t="213751" x="2676525" y="5064125"/>
          <p14:tracePt t="213761" x="3168650" y="4648200"/>
          <p14:tracePt t="213771" x="3687763" y="4333875"/>
          <p14:tracePt t="213782" x="4137025" y="4105275"/>
          <p14:tracePt t="213792" x="4460875" y="3976688"/>
          <p14:tracePt t="213801" x="4783138" y="3849688"/>
          <p14:tracePt t="213810" x="5080000" y="3748088"/>
          <p14:tracePt t="213822" x="5335588" y="3687763"/>
          <p14:tracePt t="213830" x="5480050" y="3662363"/>
          <p14:tracePt t="213840" x="5538788" y="3654425"/>
          <p14:tracePt t="213850" x="5573713" y="3654425"/>
          <p14:tracePt t="213860" x="5599113" y="3646488"/>
          <p14:tracePt t="213870" x="5616575" y="3646488"/>
          <p14:tracePt t="213890" x="5632450" y="3646488"/>
          <p14:tracePt t="214187" x="5956300" y="3535363"/>
          <p14:tracePt t="214197" x="6415088" y="3416300"/>
          <p14:tracePt t="214209" x="6719888" y="3348038"/>
          <p14:tracePt t="214217" x="6924675" y="3305175"/>
          <p14:tracePt t="214227" x="6967538" y="3305175"/>
          <p14:tracePt t="214237" x="7008813" y="3297238"/>
          <p14:tracePt t="214247" x="7051675" y="3297238"/>
          <p14:tracePt t="214257" x="7077075" y="3297238"/>
          <p14:tracePt t="214266" x="7102475" y="3297238"/>
          <p14:tracePt t="214277" x="7112000" y="3297238"/>
          <p14:tracePt t="214286" x="7119938" y="3297238"/>
          <p14:tracePt t="214296" x="7127875" y="3297238"/>
          <p14:tracePt t="214326" x="7137400" y="3297238"/>
          <p14:tracePt t="214357" x="7145338" y="3305175"/>
          <p14:tracePt t="214416" x="7145338" y="3314700"/>
          <p14:tracePt t="214754" x="7307263" y="3355975"/>
          <p14:tracePt t="214763" x="7561263" y="3416300"/>
          <p14:tracePt t="214772" x="7621588" y="3441700"/>
          <p14:tracePt t="214782" x="7654925" y="3449638"/>
          <p14:tracePt t="214793" x="7672388" y="3467100"/>
          <p14:tracePt t="214805" x="7697788" y="3475038"/>
          <p14:tracePt t="214812" x="7705725" y="3484563"/>
          <p14:tracePt t="214821" x="7723188" y="3502025"/>
          <p14:tracePt t="214832" x="7731125" y="3527425"/>
          <p14:tracePt t="214843" x="7740650" y="3552825"/>
          <p14:tracePt t="214852" x="7748588" y="3578225"/>
          <p14:tracePt t="214861" x="7748588" y="3629025"/>
          <p14:tracePt t="214872" x="7715250" y="3832225"/>
          <p14:tracePt t="214889" x="7604125" y="4044950"/>
          <p14:tracePt t="214893" x="7434263" y="4308475"/>
          <p14:tracePt t="214901" x="7289800" y="4470400"/>
          <p14:tracePt t="214911" x="7153275" y="4605338"/>
          <p14:tracePt t="214922" x="7102475" y="4648200"/>
          <p14:tracePt t="214931" x="7051675" y="4665663"/>
          <p14:tracePt t="214942" x="7018338" y="4683125"/>
          <p14:tracePt t="214951" x="6992938" y="4691063"/>
          <p14:tracePt t="214960" x="6983413" y="4691063"/>
          <p14:tracePt t="214972" x="6975475" y="4699000"/>
          <p14:tracePt t="214981" x="6967538" y="4699000"/>
          <p14:tracePt t="214993" x="6958013" y="4699000"/>
          <p14:tracePt t="215031" x="7000875" y="4673600"/>
          <p14:tracePt t="215043" x="7297738" y="4529138"/>
          <p14:tracePt t="215050" x="7621588" y="4427538"/>
          <p14:tracePt t="215060" x="7910513" y="4341813"/>
          <p14:tracePt t="215070" x="8070850" y="4325938"/>
          <p14:tracePt t="215081" x="8156575" y="4316413"/>
          <p14:tracePt t="215092" x="8207375" y="4316413"/>
          <p14:tracePt t="215100" x="8240713" y="4316413"/>
          <p14:tracePt t="215109" x="8291513" y="4325938"/>
          <p14:tracePt t="215120" x="8318500" y="4341813"/>
          <p14:tracePt t="215130" x="8343900" y="4351338"/>
          <p14:tracePt t="215141" x="8359775" y="4368800"/>
          <p14:tracePt t="215150" x="8385175" y="4384675"/>
          <p14:tracePt t="215159" x="8402638" y="4394200"/>
          <p14:tracePt t="215170" x="8410575" y="4410075"/>
          <p14:tracePt t="215179" x="8410575" y="4427538"/>
          <p14:tracePt t="215189" x="8420100" y="4445000"/>
          <p14:tracePt t="215200" x="8420100" y="4470400"/>
          <p14:tracePt t="215209" x="8428038" y="4495800"/>
          <p14:tracePt t="215220" x="8428038" y="4521200"/>
          <p14:tracePt t="215228" x="8428038" y="4546600"/>
          <p14:tracePt t="215239" x="8428038" y="4579938"/>
          <p14:tracePt t="215248" x="8428038" y="4605338"/>
          <p14:tracePt t="215258" x="8428038" y="4622800"/>
          <p14:tracePt t="215270" x="8428038" y="4648200"/>
          <p14:tracePt t="215278" x="8428038" y="4665663"/>
          <p14:tracePt t="215289" x="8420100" y="4683125"/>
          <p14:tracePt t="215298" x="8420100" y="4691063"/>
          <p14:tracePt t="215309" x="8420100" y="4708525"/>
          <p14:tracePt t="215328" x="8420100" y="4716463"/>
          <p14:tracePt t="215339" x="8420100" y="4724400"/>
          <p14:tracePt t="215360" x="8420100" y="4733925"/>
          <p14:tracePt t="215388" x="8420100" y="4741863"/>
          <p14:tracePt t="215418" x="8420100" y="4749800"/>
          <p14:tracePt t="215636" x="8410575" y="4749800"/>
          <p14:tracePt t="215645" x="8410575" y="4733925"/>
          <p14:tracePt t="215656" x="8410575" y="4708525"/>
          <p14:tracePt t="215665" x="8385175" y="4546600"/>
          <p14:tracePt t="215676" x="8308975" y="4070350"/>
          <p14:tracePt t="215973" x="8232775" y="4070350"/>
          <p14:tracePt t="215983" x="8029575" y="4113213"/>
          <p14:tracePt t="215993" x="7756525" y="4146550"/>
          <p14:tracePt t="216003" x="7477125" y="4189413"/>
          <p14:tracePt t="216012" x="7221538" y="4257675"/>
          <p14:tracePt t="216023" x="6992938" y="4316413"/>
          <p14:tracePt t="216033" x="6780213" y="4394200"/>
          <p14:tracePt t="216042" x="6618288" y="4478338"/>
          <p14:tracePt t="216052" x="6567488" y="4495800"/>
          <p14:tracePt t="216061" x="6524625" y="4521200"/>
          <p14:tracePt t="216074" x="6499225" y="4538663"/>
          <p14:tracePt t="216082" x="6473825" y="4554538"/>
          <p14:tracePt t="216091" x="6456363" y="4572000"/>
          <p14:tracePt t="216102" x="6440488" y="4579938"/>
          <p14:tracePt t="216122" x="6430963" y="4589463"/>
          <p14:tracePt t="216132" x="6423025" y="4597400"/>
          <p14:tracePt t="216142" x="6423025" y="4605338"/>
          <p14:tracePt t="216161" x="6423025" y="4614863"/>
          <p14:tracePt t="216171" x="6423025" y="4622800"/>
          <p14:tracePt t="216191" x="6430963" y="4648200"/>
          <p14:tracePt t="216201" x="6465888" y="4665663"/>
          <p14:tracePt t="216211" x="6661150" y="4775200"/>
          <p14:tracePt t="216221" x="6958013" y="4886325"/>
          <p14:tracePt t="216231" x="7272338" y="4954588"/>
          <p14:tracePt t="216241" x="7485063" y="4962525"/>
          <p14:tracePt t="216250" x="7688263" y="4962525"/>
          <p14:tracePt t="216260" x="7799388" y="4954588"/>
          <p14:tracePt t="216270" x="7961313" y="4929188"/>
          <p14:tracePt t="216280" x="8004175" y="4919663"/>
          <p14:tracePt t="216291" x="8054975" y="4911725"/>
          <p14:tracePt t="216301" x="8088313" y="4903788"/>
          <p14:tracePt t="216310" x="8105775" y="4894263"/>
          <p14:tracePt t="216321" x="8113713" y="4886325"/>
          <p14:tracePt t="216331" x="8121650" y="4878388"/>
          <p14:tracePt t="216341" x="8131175" y="4878388"/>
          <p14:tracePt t="216370" x="8131175" y="4868863"/>
          <p14:tracePt t="216380" x="8131175" y="4860925"/>
          <p14:tracePt t="216391" x="8131175" y="4852988"/>
          <p14:tracePt t="216400" x="8121650" y="4835525"/>
          <p14:tracePt t="216409" x="8105775" y="4810125"/>
          <p14:tracePt t="216421" x="8070850" y="4767263"/>
          <p14:tracePt t="216429" x="8004175" y="4699000"/>
          <p14:tracePt t="216440" x="7875588" y="4589463"/>
          <p14:tracePt t="216449" x="7799388" y="4538663"/>
          <p14:tracePt t="216458" x="7748588" y="4521200"/>
          <p14:tracePt t="216471" x="7705725" y="4513263"/>
          <p14:tracePt t="216479" x="7646988" y="4513263"/>
          <p14:tracePt t="216490" x="7604125" y="4513263"/>
          <p14:tracePt t="216499" x="7570788" y="4521200"/>
          <p14:tracePt t="216508" x="7535863" y="4529138"/>
          <p14:tracePt t="216521" x="7510463" y="4546600"/>
          <p14:tracePt t="216529" x="7493000" y="4564063"/>
          <p14:tracePt t="216541" x="7485063" y="4572000"/>
          <p14:tracePt t="216548" x="7477125" y="4589463"/>
          <p14:tracePt t="216557" x="7477125" y="4614863"/>
          <p14:tracePt t="216569" x="7477125" y="4622800"/>
          <p14:tracePt t="216578" x="7477125" y="4648200"/>
          <p14:tracePt t="216588" x="7485063" y="4665663"/>
          <p14:tracePt t="216598" x="7502525" y="4691063"/>
          <p14:tracePt t="216608" x="7545388" y="4716463"/>
          <p14:tracePt t="216619" x="7672388" y="4775200"/>
          <p14:tracePt t="216628" x="7791450" y="4802188"/>
          <p14:tracePt t="216637" x="7859713" y="4810125"/>
          <p14:tracePt t="216647" x="7918450" y="4810125"/>
          <p14:tracePt t="216657" x="7977188" y="4810125"/>
          <p14:tracePt t="216667" x="8020050" y="4810125"/>
          <p14:tracePt t="216677" x="8054975" y="4802188"/>
          <p14:tracePt t="216687" x="8088313" y="4792663"/>
          <p14:tracePt t="216697" x="8113713" y="4784725"/>
          <p14:tracePt t="216708" x="8131175" y="4775200"/>
          <p14:tracePt t="216727" x="8139113" y="4767263"/>
          <p14:tracePt t="216737" x="8147050" y="4767263"/>
          <p14:tracePt t="216776" x="8147050" y="4759325"/>
          <p14:tracePt t="216787" x="8147050" y="4749800"/>
          <p14:tracePt t="216806" x="8147050" y="4741863"/>
          <p14:tracePt t="216816" x="8147050" y="4733925"/>
          <p14:tracePt t="216826" x="8147050" y="4724400"/>
          <p14:tracePt t="216837" x="8147050" y="4716463"/>
          <p14:tracePt t="216845" x="8147050" y="4699000"/>
          <p14:tracePt t="216866" x="8147050" y="4691063"/>
          <p14:tracePt t="216876" x="8147050" y="4683125"/>
          <p14:tracePt t="216895" x="8147050" y="4673600"/>
          <p14:tracePt t="216906" x="8147050" y="4665663"/>
          <p14:tracePt t="216936" x="8147050" y="4657725"/>
          <p14:tracePt t="216965" x="8147050" y="4648200"/>
          <p14:tracePt t="217163" x="7918450" y="4749800"/>
          <p14:tracePt t="217174" x="7315200" y="4946650"/>
          <p14:tracePt t="217183" x="6805613" y="5073650"/>
          <p14:tracePt t="217192" x="6440488" y="5124450"/>
          <p14:tracePt t="217202" x="6176963" y="5124450"/>
          <p14:tracePt t="217212" x="5972175" y="5116513"/>
          <p14:tracePt t="217223" x="5880100" y="5099050"/>
          <p14:tracePt t="217234" x="5837238" y="5081588"/>
          <p14:tracePt t="217242" x="5811838" y="5056188"/>
          <p14:tracePt t="217253" x="5776913" y="5013325"/>
          <p14:tracePt t="217262" x="5761038" y="4979988"/>
          <p14:tracePt t="217274" x="5761038" y="4937125"/>
          <p14:tracePt t="217282" x="5776913" y="4860925"/>
          <p14:tracePt t="217292" x="5905500" y="4683125"/>
          <p14:tracePt t="217303" x="6100763" y="4460875"/>
          <p14:tracePt t="217312" x="6364288" y="4291013"/>
          <p14:tracePt t="217323" x="6686550" y="4164013"/>
          <p14:tracePt t="217331" x="6992938" y="4113213"/>
          <p14:tracePt t="217341" x="7264400" y="4095750"/>
          <p14:tracePt t="217353" x="7434263" y="4095750"/>
          <p14:tracePt t="217362" x="7527925" y="4095750"/>
          <p14:tracePt t="217373" x="7570788" y="4105275"/>
          <p14:tracePt t="217381" x="7604125" y="4130675"/>
          <p14:tracePt t="217391" x="7629525" y="4138613"/>
          <p14:tracePt t="217402" x="7646988" y="4146550"/>
          <p14:tracePt t="217411" x="7654925" y="4164013"/>
          <p14:tracePt t="217422" x="7654925" y="4181475"/>
          <p14:tracePt t="217431" x="7662863" y="4189413"/>
          <p14:tracePt t="217440" x="7662863" y="4206875"/>
          <p14:tracePt t="217451" x="7662863" y="4232275"/>
          <p14:tracePt t="217461" x="7654925" y="4275138"/>
          <p14:tracePt t="217471" x="7545388" y="4452938"/>
          <p14:tracePt t="217480" x="7408863" y="4630738"/>
          <p14:tracePt t="217491" x="7297738" y="4767263"/>
          <p14:tracePt t="217501" x="7256463" y="4792663"/>
          <p14:tracePt t="217510" x="7221538" y="4818063"/>
          <p14:tracePt t="217520" x="7196138" y="4835525"/>
          <p14:tracePt t="217531" x="7178675" y="4835525"/>
          <p14:tracePt t="217541" x="7162800" y="4843463"/>
          <p14:tracePt t="217550" x="7153275" y="4843463"/>
          <p14:tracePt t="217560" x="7137400" y="4843463"/>
          <p14:tracePt t="217580" x="7127875" y="4843463"/>
          <p14:tracePt t="217590" x="7127875" y="4835525"/>
          <p14:tracePt t="217600" x="7127875" y="4802188"/>
          <p14:tracePt t="217610" x="7145338" y="4767263"/>
          <p14:tracePt t="217620" x="7297738" y="4614863"/>
          <p14:tracePt t="217630" x="7467600" y="4513263"/>
          <p14:tracePt t="217640" x="7535863" y="4486275"/>
          <p14:tracePt t="217651" x="7586663" y="4478338"/>
          <p14:tracePt t="217658" x="7621588" y="4478338"/>
          <p14:tracePt t="217669" x="7646988" y="4478338"/>
          <p14:tracePt t="217679" x="7680325" y="4478338"/>
          <p14:tracePt t="217690" x="7705725" y="4478338"/>
          <p14:tracePt t="217700" x="7723188" y="4495800"/>
          <p14:tracePt t="217708" x="7740650" y="4513263"/>
          <p14:tracePt t="217719" x="7748588" y="4529138"/>
          <p14:tracePt t="217728" x="7766050" y="4554538"/>
          <p14:tracePt t="217740" x="7773988" y="4579938"/>
          <p14:tracePt t="217748" x="7781925" y="4630738"/>
          <p14:tracePt t="217758" x="7807325" y="4810125"/>
          <p14:tracePt t="217769" x="7807325" y="4919663"/>
          <p14:tracePt t="217778" x="7807325" y="4997450"/>
          <p14:tracePt t="217790" x="7807325" y="5038725"/>
          <p14:tracePt t="217798" x="7807325" y="5073650"/>
          <p14:tracePt t="217808" x="7807325" y="5099050"/>
          <p14:tracePt t="217820" x="7807325" y="5124450"/>
          <p14:tracePt t="217828" x="7807325" y="5149850"/>
          <p14:tracePt t="217840" x="7807325" y="5157788"/>
          <p14:tracePt t="217847" x="7807325" y="5183188"/>
          <p14:tracePt t="217857" x="7807325" y="5200650"/>
          <p14:tracePt t="217878" x="7807325" y="5218113"/>
          <p14:tracePt t="217887" x="7807325" y="5226050"/>
          <p14:tracePt t="217907" x="7807325" y="5235575"/>
          <p14:tracePt t="217927" x="7807325" y="5243513"/>
          <p14:tracePt t="217937" x="7816850" y="5243513"/>
          <p14:tracePt t="217946" x="7816850" y="5251450"/>
          <p14:tracePt t="217976" x="7816850" y="5260975"/>
          <p14:tracePt t="217996" x="7816850" y="5268913"/>
          <p14:tracePt t="218552" x="7791450" y="5073650"/>
          <p14:tracePt t="218561" x="7740650" y="4733925"/>
          <p14:tracePt t="218572" x="7705725" y="4495800"/>
          <p14:tracePt t="218581" x="7672388" y="4325938"/>
          <p14:tracePt t="218591" x="7662863" y="4275138"/>
          <p14:tracePt t="218601" x="7654925" y="4240213"/>
          <p14:tracePt t="218612" x="7646988" y="4206875"/>
          <p14:tracePt t="218623" x="7637463" y="4181475"/>
          <p14:tracePt t="218631" x="7629525" y="4164013"/>
          <p14:tracePt t="218640" x="7621588" y="4138613"/>
          <p14:tracePt t="218651" x="7604125" y="4113213"/>
          <p14:tracePt t="218662" x="7586663" y="4105275"/>
          <p14:tracePt t="218673" x="7578725" y="4087813"/>
          <p14:tracePt t="218681" x="7553325" y="4079875"/>
          <p14:tracePt t="218690" x="7535863" y="4062413"/>
          <p14:tracePt t="218702" x="7502525" y="4052888"/>
          <p14:tracePt t="218711" x="7451725" y="4052888"/>
          <p14:tracePt t="218722" x="7272338" y="4062413"/>
          <p14:tracePt t="218731" x="7069138" y="4113213"/>
          <p14:tracePt t="218741" x="6881813" y="4206875"/>
          <p14:tracePt t="218752" x="6711950" y="4300538"/>
          <p14:tracePt t="218761" x="6559550" y="4410075"/>
          <p14:tracePt t="218771" x="6499225" y="4460875"/>
          <p14:tracePt t="218780" x="6430963" y="4529138"/>
          <p14:tracePt t="218791" x="6389688" y="4554538"/>
          <p14:tracePt t="218801" x="6364288" y="4597400"/>
          <p14:tracePt t="218810" x="6346825" y="4614863"/>
          <p14:tracePt t="218821" x="6338888" y="4630738"/>
          <p14:tracePt t="218830" x="6329363" y="4657725"/>
          <p14:tracePt t="218840" x="6329363" y="4673600"/>
          <p14:tracePt t="218851" x="6329363" y="4699000"/>
          <p14:tracePt t="218859" x="6329363" y="4733925"/>
          <p14:tracePt t="218870" x="6338888" y="4775200"/>
          <p14:tracePt t="218880" x="6346825" y="4827588"/>
          <p14:tracePt t="218901" x="6380163" y="4911725"/>
          <p14:tracePt t="218908" x="6389688" y="4946650"/>
          <p14:tracePt t="218920" x="6397625" y="4972050"/>
          <p14:tracePt t="218929" x="6415088" y="4997450"/>
          <p14:tracePt t="218940" x="6430963" y="5022850"/>
          <p14:tracePt t="218949" x="6448425" y="5048250"/>
          <p14:tracePt t="218958" x="6473825" y="5073650"/>
          <p14:tracePt t="218968" x="6508750" y="5099050"/>
          <p14:tracePt t="218978" x="6559550" y="5124450"/>
          <p14:tracePt t="218988" x="6711950" y="5208588"/>
          <p14:tracePt t="218999" x="6950075" y="5302250"/>
          <p14:tracePt t="219008" x="7213600" y="5362575"/>
          <p14:tracePt t="219018" x="7485063" y="5413375"/>
          <p14:tracePt t="219027" x="7705725" y="5446713"/>
          <p14:tracePt t="219038" x="7926388" y="5489575"/>
          <p14:tracePt t="219047" x="8096250" y="5532438"/>
          <p14:tracePt t="219057" x="8174038" y="5540375"/>
          <p14:tracePt t="219068" x="8215313" y="5549900"/>
          <p14:tracePt t="219077" x="8250238" y="5557838"/>
          <p14:tracePt t="219088" x="8275638" y="5565775"/>
          <p14:tracePt t="219098" x="8291513" y="5565775"/>
          <p14:tracePt t="219107" x="8301038" y="5565775"/>
          <p14:tracePt t="219118" x="8308975" y="5565775"/>
          <p14:tracePt t="219139" x="8318500" y="5565775"/>
          <p14:tracePt t="219227" x="8318500" y="5575300"/>
          <p14:tracePt t="220784" x="8308975" y="5575300"/>
          <p14:tracePt t="220794" x="8301038" y="5575300"/>
          <p14:tracePt t="220805" x="8275638" y="5565775"/>
          <p14:tracePt t="220813" x="8232775" y="5540375"/>
          <p14:tracePt t="220823" x="8139113" y="5489575"/>
          <p14:tracePt t="220833" x="7969250" y="5413375"/>
          <p14:tracePt t="220843" x="7748588" y="5302250"/>
          <p14:tracePt t="220854" x="7553325" y="5200650"/>
          <p14:tracePt t="220863" x="7366000" y="5106988"/>
          <p14:tracePt t="220873" x="7170738" y="5022850"/>
          <p14:tracePt t="220885" x="6958013" y="4929188"/>
          <p14:tracePt t="220894" x="6770688" y="4843463"/>
          <p14:tracePt t="220904" x="6694488" y="4810125"/>
          <p14:tracePt t="220912" x="6635750" y="4792663"/>
          <p14:tracePt t="220922" x="6584950" y="4759325"/>
          <p14:tracePt t="220933" x="6534150" y="4741863"/>
          <p14:tracePt t="220943" x="6499225" y="4724400"/>
          <p14:tracePt t="220953" x="6448425" y="4708525"/>
          <p14:tracePt t="220962" x="6423025" y="4699000"/>
          <p14:tracePt t="220972" x="6380163" y="4683125"/>
          <p14:tracePt t="220983" x="6364288" y="4665663"/>
          <p14:tracePt t="220992" x="6329363" y="4657725"/>
          <p14:tracePt t="221004" x="6303963" y="4640263"/>
          <p14:tracePt t="221011" x="6286500" y="4622800"/>
          <p14:tracePt t="221022" x="6261100" y="4614863"/>
          <p14:tracePt t="221032" x="6253163" y="4605338"/>
          <p14:tracePt t="221041" x="6235700" y="4597400"/>
          <p14:tracePt t="221052" x="6219825" y="4579938"/>
          <p14:tracePt t="221061" x="6202363" y="4564063"/>
          <p14:tracePt t="221071" x="6194425" y="4538663"/>
          <p14:tracePt t="221082" x="6176963" y="4495800"/>
          <p14:tracePt t="221091" x="6126163" y="4265613"/>
          <p14:tracePt t="221102" x="6108700" y="3917950"/>
          <p14:tracePt t="221110" x="6134100" y="3527425"/>
          <p14:tracePt t="221120" x="6227763" y="3101975"/>
          <p14:tracePt t="221131" x="6329363" y="2838450"/>
          <p14:tracePt t="221141" x="6465888" y="2582863"/>
          <p14:tracePt t="221152" x="6524625" y="2481263"/>
          <p14:tracePt t="221160" x="6550025" y="2447925"/>
          <p14:tracePt t="221170" x="6567488" y="2422525"/>
          <p14:tracePt t="221181" x="6592888" y="2405063"/>
          <p14:tracePt t="221190" x="6600825" y="2387600"/>
          <p14:tracePt t="221202" x="6626225" y="2379663"/>
          <p14:tracePt t="221210" x="6643688" y="2362200"/>
          <p14:tracePt t="221220" x="6678613" y="2362200"/>
          <p14:tracePt t="221230" x="6694488" y="2354263"/>
          <p14:tracePt t="221240" x="6745288" y="2344738"/>
          <p14:tracePt t="221252" x="6788150" y="2336800"/>
          <p14:tracePt t="221259" x="6848475" y="2328863"/>
          <p14:tracePt t="221270" x="6881813" y="2328863"/>
          <p14:tracePt t="221279" x="6907213" y="2328863"/>
          <p14:tracePt t="221290" x="6942138" y="2328863"/>
          <p14:tracePt t="221300" x="6967538" y="2319338"/>
          <p14:tracePt t="221310" x="6983413" y="2319338"/>
          <p14:tracePt t="221320" x="7000875" y="2319338"/>
          <p14:tracePt t="221329" x="7018338" y="2319338"/>
          <p14:tracePt t="221340" x="7034213" y="2328863"/>
          <p14:tracePt t="221350" x="7034213" y="2336800"/>
          <p14:tracePt t="221360" x="7051675" y="2336800"/>
          <p14:tracePt t="221370" x="7069138" y="2354263"/>
          <p14:tracePt t="221378" x="7085013" y="2371725"/>
          <p14:tracePt t="221388" x="7094538" y="2387600"/>
          <p14:tracePt t="221399" x="7112000" y="2422525"/>
          <p14:tracePt t="221409" x="7145338" y="2473325"/>
          <p14:tracePt t="221420" x="7221538" y="2625725"/>
          <p14:tracePt t="221428" x="7307263" y="2813050"/>
          <p14:tracePt t="221438" x="7366000" y="3016250"/>
          <p14:tracePt t="221449" x="7391400" y="3101975"/>
          <p14:tracePt t="221458" x="7400925" y="3152775"/>
          <p14:tracePt t="221470" x="7416800" y="3195638"/>
          <p14:tracePt t="221478" x="7426325" y="3246438"/>
          <p14:tracePt t="221488" x="7434263" y="3305175"/>
          <p14:tracePt t="221498" x="7442200" y="3348038"/>
          <p14:tracePt t="221508" x="7451725" y="3398838"/>
          <p14:tracePt t="221519" x="7459663" y="3441700"/>
          <p14:tracePt t="221527" x="7467600" y="3484563"/>
          <p14:tracePt t="221537" x="7485063" y="3535363"/>
          <p14:tracePt t="221550" x="7493000" y="3578225"/>
          <p14:tracePt t="221558" x="7510463" y="3629025"/>
          <p14:tracePt t="221568" x="7510463" y="3662363"/>
          <p14:tracePt t="221577" x="7518400" y="3697288"/>
          <p14:tracePt t="221586" x="7518400" y="3722688"/>
          <p14:tracePt t="221599" x="7518400" y="3756025"/>
          <p14:tracePt t="221607" x="7518400" y="3790950"/>
          <p14:tracePt t="221618" x="7518400" y="3824288"/>
          <p14:tracePt t="221626" x="7518400" y="3841750"/>
          <p14:tracePt t="221636" x="7510463" y="3867150"/>
          <p14:tracePt t="221647" x="7502525" y="3892550"/>
          <p14:tracePt t="221655" x="7493000" y="3900488"/>
          <p14:tracePt t="221667" x="7477125" y="3925888"/>
          <p14:tracePt t="221676" x="7477125" y="3943350"/>
          <p14:tracePt t="221686" x="7459663" y="3960813"/>
          <p14:tracePt t="221697" x="7442200" y="3976688"/>
          <p14:tracePt t="221706" x="7426325" y="3986213"/>
          <p14:tracePt t="221716" x="7408863" y="4002088"/>
          <p14:tracePt t="221725" x="7400925" y="4019550"/>
          <p14:tracePt t="221736" x="7383463" y="4027488"/>
          <p14:tracePt t="221745" x="7358063" y="4044950"/>
          <p14:tracePt t="221755" x="7340600" y="4052888"/>
          <p14:tracePt t="221765" x="7323138" y="4062413"/>
          <p14:tracePt t="221775" x="7297738" y="4070350"/>
          <p14:tracePt t="221786" x="7281863" y="4079875"/>
          <p14:tracePt t="221795" x="7256463" y="4087813"/>
          <p14:tracePt t="221805" x="7239000" y="4087813"/>
          <p14:tracePt t="221816" x="7213600" y="4095750"/>
          <p14:tracePt t="221825" x="7196138" y="4095750"/>
          <p14:tracePt t="221836" x="7178675" y="4095750"/>
          <p14:tracePt t="221845" x="7170738" y="4095750"/>
          <p14:tracePt t="221855" x="7153275" y="4095750"/>
          <p14:tracePt t="221875" x="7145338" y="4095750"/>
          <p14:tracePt t="221898" x="7137400" y="4095750"/>
          <p14:tracePt t="221944" x="7145338" y="4095750"/>
          <p14:tracePt t="221954" x="7162800" y="4095750"/>
          <p14:tracePt t="221965" x="7204075" y="4095750"/>
          <p14:tracePt t="221973" x="7256463" y="4087813"/>
          <p14:tracePt t="221985" x="7297738" y="4087813"/>
          <p14:tracePt t="221993" x="7332663" y="4079875"/>
          <p14:tracePt t="222004" x="7358063" y="4079875"/>
          <p14:tracePt t="222015" x="7391400" y="4079875"/>
          <p14:tracePt t="222024" x="7416800" y="4079875"/>
          <p14:tracePt t="222034" x="7451725" y="4079875"/>
          <p14:tracePt t="222043" x="7467600" y="4079875"/>
          <p14:tracePt t="222054" x="7493000" y="4079875"/>
          <p14:tracePt t="222063" x="7510463" y="4087813"/>
          <p14:tracePt t="222073" x="7527925" y="4087813"/>
          <p14:tracePt t="222083" x="7553325" y="4095750"/>
          <p14:tracePt t="222093" x="7570788" y="4095750"/>
          <p14:tracePt t="222103" x="7586663" y="4095750"/>
          <p14:tracePt t="222113" x="7604125" y="4105275"/>
          <p14:tracePt t="222122" x="7621588" y="4105275"/>
          <p14:tracePt t="222133" x="7629525" y="4105275"/>
          <p14:tracePt t="222142" x="7646988" y="4105275"/>
          <p14:tracePt t="222152" x="7662863" y="4105275"/>
          <p14:tracePt t="222163" x="7672388" y="4113213"/>
          <p14:tracePt t="222172" x="7688263" y="4113213"/>
          <p14:tracePt t="222184" x="7705725" y="4121150"/>
          <p14:tracePt t="222203" x="7723188" y="4130675"/>
          <p14:tracePt t="222212" x="7731125" y="4130675"/>
          <p14:tracePt t="222222" x="7740650" y="4138613"/>
          <p14:tracePt t="222232" x="7756525" y="4138613"/>
          <p14:tracePt t="222242" x="7766050" y="4138613"/>
          <p14:tracePt t="222252" x="7773988" y="4146550"/>
          <p14:tracePt t="222261" x="7791450" y="4146550"/>
          <p14:tracePt t="222272" x="7799388" y="4156075"/>
          <p14:tracePt t="222281" x="7816850" y="4164013"/>
          <p14:tracePt t="222291" x="7832725" y="4171950"/>
          <p14:tracePt t="222303" x="7842250" y="4171950"/>
          <p14:tracePt t="222311" x="7859713" y="4181475"/>
          <p14:tracePt t="222320" x="7867650" y="4181475"/>
          <p14:tracePt t="222332" x="7875588" y="4181475"/>
          <p14:tracePt t="222340" x="7893050" y="4189413"/>
          <p14:tracePt t="222352" x="7900988" y="4189413"/>
          <p14:tracePt t="222361" x="7910513" y="4197350"/>
          <p14:tracePt t="222370" x="7926388" y="4197350"/>
          <p14:tracePt t="222382" x="7943850" y="4206875"/>
          <p14:tracePt t="222390" x="7951788" y="4214813"/>
          <p14:tracePt t="222402" x="7969250" y="4214813"/>
          <p14:tracePt t="222410" x="7994650" y="4224338"/>
          <p14:tracePt t="222420" x="8004175" y="4224338"/>
          <p14:tracePt t="222431" x="8020050" y="4224338"/>
          <p14:tracePt t="222441" x="8037513" y="4232275"/>
          <p14:tracePt t="222452" x="8037513" y="4240213"/>
          <p14:tracePt t="222460" x="8045450" y="4240213"/>
          <p14:tracePt t="222470" x="8054975" y="4249738"/>
          <p14:tracePt t="222489" x="8062913" y="4249738"/>
          <p14:tracePt t="222499" x="8070850" y="4249738"/>
          <p14:tracePt t="222509" x="8080375" y="4249738"/>
          <p14:tracePt t="222539" x="8080375" y="4257675"/>
          <p14:tracePt t="222569" x="8088313" y="4257675"/>
          <p14:tracePt t="222599" x="8096250" y="4257675"/>
          <p14:tracePt t="223065" x="8096250" y="4265613"/>
          <p14:tracePt t="223105" x="8096250" y="4275138"/>
          <p14:tracePt t="223124" x="8096250" y="4283075"/>
          <p14:tracePt t="223134" x="8096250" y="4291013"/>
          <p14:tracePt t="223144" x="8096250" y="4300538"/>
          <p14:tracePt t="223154" x="8096250" y="4308475"/>
          <p14:tracePt t="223164" x="8096250" y="4316413"/>
          <p14:tracePt t="223185" x="8096250" y="4325938"/>
          <p14:tracePt t="223204" x="8096250" y="4333875"/>
          <p14:tracePt t="223243" x="8096250" y="4341813"/>
          <p14:tracePt t="223274" x="8096250" y="4351338"/>
          <p14:tracePt t="223303" x="8096250" y="4359275"/>
          <p14:tracePt t="223948" x="7961313" y="4325938"/>
          <p14:tracePt t="223957" x="7731125" y="4275138"/>
          <p14:tracePt t="223968" x="7518400" y="4249738"/>
          <p14:tracePt t="223977" x="7315200" y="4249738"/>
          <p14:tracePt t="223987" x="7256463" y="4249738"/>
          <p14:tracePt t="223998" x="7213600" y="4249738"/>
          <p14:tracePt t="224007" x="7178675" y="4257675"/>
          <p14:tracePt t="224017" x="7153275" y="4265613"/>
          <p14:tracePt t="224026" x="7127875" y="4275138"/>
          <p14:tracePt t="224037" x="7102475" y="4291013"/>
          <p14:tracePt t="224047" x="7085013" y="4300538"/>
          <p14:tracePt t="224056" x="7069138" y="4316413"/>
          <p14:tracePt t="224067" x="7051675" y="4325938"/>
          <p14:tracePt t="224077" x="7034213" y="4341813"/>
          <p14:tracePt t="224087" x="7026275" y="4359275"/>
          <p14:tracePt t="224096" x="7018338" y="4384675"/>
          <p14:tracePt t="224106" x="7000875" y="4394200"/>
          <p14:tracePt t="224118" x="6992938" y="4419600"/>
          <p14:tracePt t="224126" x="6983413" y="4435475"/>
          <p14:tracePt t="224136" x="6975475" y="4452938"/>
          <p14:tracePt t="224146" x="6975475" y="4460875"/>
          <p14:tracePt t="224155" x="6975475" y="4486275"/>
          <p14:tracePt t="224167" x="6975475" y="4495800"/>
          <p14:tracePt t="224176" x="6975475" y="4513263"/>
          <p14:tracePt t="224186" x="6983413" y="4529138"/>
          <p14:tracePt t="224196" x="6992938" y="4554538"/>
          <p14:tracePt t="224205" x="7018338" y="4564063"/>
          <p14:tracePt t="224217" x="7043738" y="4605338"/>
          <p14:tracePt t="224225" x="7094538" y="4630738"/>
          <p14:tracePt t="224235" x="7137400" y="4665663"/>
          <p14:tracePt t="224246" x="7188200" y="4691063"/>
          <p14:tracePt t="224254" x="7221538" y="4708525"/>
          <p14:tracePt t="224266" x="7272338" y="4724400"/>
          <p14:tracePt t="224275" x="7307263" y="4733925"/>
          <p14:tracePt t="224284" x="7340600" y="4741863"/>
          <p14:tracePt t="224295" x="7366000" y="4749800"/>
          <p14:tracePt t="224304" x="7383463" y="4749800"/>
          <p14:tracePt t="224316" x="7416800" y="4749800"/>
          <p14:tracePt t="224324" x="7442200" y="4749800"/>
          <p14:tracePt t="224334" x="7459663" y="4749800"/>
          <p14:tracePt t="224345" x="7493000" y="4749800"/>
          <p14:tracePt t="224354" x="7545388" y="4741863"/>
          <p14:tracePt t="224364" x="7604125" y="4733925"/>
          <p14:tracePt t="224374" x="7646988" y="4716463"/>
          <p14:tracePt t="224384" x="7697788" y="4699000"/>
          <p14:tracePt t="224394" x="7740650" y="4683125"/>
          <p14:tracePt t="224404" x="7766050" y="4683125"/>
          <p14:tracePt t="224415" x="7781925" y="4673600"/>
          <p14:tracePt t="224424" x="7791450" y="4673600"/>
          <p14:tracePt t="224434" x="7807325" y="4665663"/>
          <p14:tracePt t="224444" x="7816850" y="4665663"/>
          <p14:tracePt t="224463" x="7824788" y="4657725"/>
          <p14:tracePt t="224484" x="7832725" y="4657725"/>
          <p14:tracePt t="224503" x="7842250" y="4648200"/>
          <p14:tracePt t="224534" x="7842250" y="4640263"/>
          <p14:tracePt t="224543" x="7842250" y="4630738"/>
          <p14:tracePt t="224563" x="7842250" y="4614863"/>
          <p14:tracePt t="224572" x="7842250" y="4597400"/>
          <p14:tracePt t="224583" x="7842250" y="4579938"/>
          <p14:tracePt t="224592" x="7842250" y="4554538"/>
          <p14:tracePt t="224602" x="7832725" y="4529138"/>
          <p14:tracePt t="224612" x="7832725" y="4513263"/>
          <p14:tracePt t="224623" x="7824788" y="4478338"/>
          <p14:tracePt t="224633" x="7816850" y="4452938"/>
          <p14:tracePt t="224642" x="7807325" y="4419600"/>
          <p14:tracePt t="224651" x="7791450" y="4394200"/>
          <p14:tracePt t="224663" x="7781925" y="4376738"/>
          <p14:tracePt t="224672" x="7773988" y="4341813"/>
          <p14:tracePt t="224683" x="7756525" y="4325938"/>
          <p14:tracePt t="224692" x="7740650" y="4300538"/>
          <p14:tracePt t="224701" x="7731125" y="4275138"/>
          <p14:tracePt t="224712" x="7723188" y="4265613"/>
          <p14:tracePt t="224721" x="7705725" y="4240213"/>
          <p14:tracePt t="224732" x="7680325" y="4224338"/>
          <p14:tracePt t="224741" x="7654925" y="4206875"/>
          <p14:tracePt t="224750" x="7629525" y="4197350"/>
          <p14:tracePt t="224763" x="7596188" y="4181475"/>
          <p14:tracePt t="224771" x="7570788" y="4171950"/>
          <p14:tracePt t="224782" x="7535863" y="4164013"/>
          <p14:tracePt t="224791" x="7502525" y="4164013"/>
          <p14:tracePt t="224800" x="7467600" y="4164013"/>
          <p14:tracePt t="224812" x="7451725" y="4164013"/>
          <p14:tracePt t="224821" x="7426325" y="4164013"/>
          <p14:tracePt t="224831" x="7400925" y="4164013"/>
          <p14:tracePt t="224841" x="7383463" y="4171950"/>
          <p14:tracePt t="224850" x="7366000" y="4181475"/>
          <p14:tracePt t="224861" x="7348538" y="4189413"/>
          <p14:tracePt t="224871" x="7323138" y="4206875"/>
          <p14:tracePt t="224880" x="7315200" y="4206875"/>
          <p14:tracePt t="224897" x="7307263" y="4224338"/>
          <p14:tracePt t="224901" x="7289800" y="4249738"/>
          <p14:tracePt t="224910" x="7281863" y="4257675"/>
          <p14:tracePt t="224920" x="7272338" y="4275138"/>
          <p14:tracePt t="224930" x="7272338" y="4291013"/>
          <p14:tracePt t="224939" x="7272338" y="4308475"/>
          <p14:tracePt t="224951" x="7272338" y="4325938"/>
          <p14:tracePt t="224959" x="7272338" y="4359275"/>
          <p14:tracePt t="224969" x="7281863" y="4384675"/>
          <p14:tracePt t="224979" x="7297738" y="4419600"/>
          <p14:tracePt t="224989" x="7307263" y="4435475"/>
          <p14:tracePt t="224999" x="7323138" y="4460875"/>
          <p14:tracePt t="225009" x="7332663" y="4486275"/>
          <p14:tracePt t="225018" x="7340600" y="4503738"/>
          <p14:tracePt t="225029" x="7348538" y="4513263"/>
          <p14:tracePt t="225039" x="7358063" y="4529138"/>
          <p14:tracePt t="225050" x="7358063" y="4546600"/>
          <p14:tracePt t="225058" x="7366000" y="4554538"/>
          <p14:tracePt t="225068" x="7373938" y="4572000"/>
          <p14:tracePt t="225079" x="7391400" y="4579938"/>
          <p14:tracePt t="225088" x="7400925" y="4597400"/>
          <p14:tracePt t="225108" x="7408863" y="4614863"/>
          <p14:tracePt t="225118" x="7416800" y="4622800"/>
          <p14:tracePt t="225129" x="7426325" y="4622800"/>
          <p14:tracePt t="225138" x="7442200" y="4630738"/>
          <p14:tracePt t="225149" x="7459663" y="4640263"/>
          <p14:tracePt t="225157" x="7485063" y="4648200"/>
          <p14:tracePt t="225168" x="7502525" y="4648200"/>
          <p14:tracePt t="225179" x="7527925" y="4648200"/>
          <p14:tracePt t="225187" x="7561263" y="4648200"/>
          <p14:tracePt t="225198" x="7586663" y="4648200"/>
          <p14:tracePt t="225207" x="7621588" y="4640263"/>
          <p14:tracePt t="225217" x="7654925" y="4630738"/>
          <p14:tracePt t="225227" x="7680325" y="4614863"/>
          <p14:tracePt t="225237" x="7697788" y="4605338"/>
          <p14:tracePt t="225247" x="7715250" y="4597400"/>
          <p14:tracePt t="225257" x="7731125" y="4579938"/>
          <p14:tracePt t="225266" x="7756525" y="4564063"/>
          <p14:tracePt t="225277" x="7773988" y="4546600"/>
          <p14:tracePt t="225286" x="7791450" y="4521200"/>
          <p14:tracePt t="225298" x="7807325" y="4503738"/>
          <p14:tracePt t="225307" x="7816850" y="4470400"/>
          <p14:tracePt t="225316" x="7816850" y="4445000"/>
          <p14:tracePt t="225325" x="7824788" y="4410075"/>
          <p14:tracePt t="225336" x="7832725" y="4376738"/>
          <p14:tracePt t="225347" x="7832725" y="4351338"/>
          <p14:tracePt t="225356" x="7832725" y="4325938"/>
          <p14:tracePt t="225366" x="7832725" y="4308475"/>
          <p14:tracePt t="225375" x="7832725" y="4291013"/>
          <p14:tracePt t="225385" x="7832725" y="4283075"/>
          <p14:tracePt t="225396" x="7832725" y="4265613"/>
          <p14:tracePt t="225416" x="7832725" y="4257675"/>
          <p14:tracePt t="225425" x="7832725" y="4249738"/>
          <p14:tracePt t="225445" x="7832725" y="4240213"/>
          <p14:tracePt t="225455" x="7832725" y="4232275"/>
          <p14:tracePt t="225466" x="7824788" y="4224338"/>
          <p14:tracePt t="225485" x="7824788" y="4214813"/>
          <p14:tracePt t="225495" x="7816850" y="4206875"/>
          <p14:tracePt t="225504" x="7799388" y="4197350"/>
          <p14:tracePt t="225515" x="7791450" y="4189413"/>
          <p14:tracePt t="225524" x="7773988" y="4181475"/>
          <p14:tracePt t="225535" x="7756525" y="4171950"/>
          <p14:tracePt t="225545" x="7731125" y="4164013"/>
          <p14:tracePt t="225554" x="7688263" y="4156075"/>
          <p14:tracePt t="225565" x="7646988" y="4156075"/>
          <p14:tracePt t="225574" x="7604125" y="4156075"/>
          <p14:tracePt t="225584" x="7545388" y="4156075"/>
          <p14:tracePt t="225594" x="7510463" y="4156075"/>
          <p14:tracePt t="225603" x="7485063" y="4164013"/>
          <p14:tracePt t="225615" x="7459663" y="4171950"/>
          <p14:tracePt t="225624" x="7442200" y="4189413"/>
          <p14:tracePt t="225633" x="7416800" y="4206875"/>
          <p14:tracePt t="225645" x="7400925" y="4214813"/>
          <p14:tracePt t="225653" x="7391400" y="4232275"/>
          <p14:tracePt t="225666" x="7373938" y="4249738"/>
          <p14:tracePt t="225673" x="7366000" y="4275138"/>
          <p14:tracePt t="225682" x="7358063" y="4291013"/>
          <p14:tracePt t="225694" x="7348538" y="4308475"/>
          <p14:tracePt t="225702" x="7340600" y="4325938"/>
          <p14:tracePt t="225714" x="7332663" y="4351338"/>
          <p14:tracePt t="225733" x="7332663" y="4368800"/>
          <p14:tracePt t="225743" x="7332663" y="4384675"/>
          <p14:tracePt t="225763" x="7332663" y="4402138"/>
          <p14:tracePt t="225783" x="7332663" y="4419600"/>
          <p14:tracePt t="225792" x="7332663" y="4427538"/>
          <p14:tracePt t="225802" x="7332663" y="4435475"/>
          <p14:tracePt t="225812" x="7332663" y="4452938"/>
          <p14:tracePt t="225821" x="7332663" y="4470400"/>
          <p14:tracePt t="225833" x="7332663" y="4478338"/>
          <p14:tracePt t="225841" x="7340600" y="4486275"/>
          <p14:tracePt t="225852" x="7348538" y="4495800"/>
          <p14:tracePt t="225863" x="7348538" y="4513263"/>
          <p14:tracePt t="225871" x="7358063" y="4529138"/>
          <p14:tracePt t="225883" x="7366000" y="4546600"/>
          <p14:tracePt t="225892" x="7383463" y="4554538"/>
          <p14:tracePt t="225901" x="7400925" y="4572000"/>
          <p14:tracePt t="225911" x="7416800" y="4589463"/>
          <p14:tracePt t="225921" x="7426325" y="4597400"/>
          <p14:tracePt t="225932" x="7442200" y="4614863"/>
          <p14:tracePt t="225941" x="7467600" y="4622800"/>
          <p14:tracePt t="225950" x="7493000" y="4630738"/>
          <p14:tracePt t="225961" x="7510463" y="4648200"/>
          <p14:tracePt t="225970" x="7545388" y="4657725"/>
          <p14:tracePt t="225981" x="7578725" y="4673600"/>
          <p14:tracePt t="225990" x="7612063" y="4673600"/>
          <p14:tracePt t="226000" x="7654925" y="4683125"/>
          <p14:tracePt t="226012" x="7697788" y="4683125"/>
          <p14:tracePt t="226021" x="7748588" y="4683125"/>
          <p14:tracePt t="226032" x="7781925" y="4673600"/>
          <p14:tracePt t="226040" x="7816850" y="4665663"/>
          <p14:tracePt t="226050" x="7842250" y="4657725"/>
          <p14:tracePt t="226063" x="7867650" y="4648200"/>
          <p14:tracePt t="226071" x="7893050" y="4640263"/>
          <p14:tracePt t="226082" x="7910513" y="4640263"/>
          <p14:tracePt t="226089" x="7918450" y="4630738"/>
          <p14:tracePt t="226100" x="7935913" y="4622800"/>
          <p14:tracePt t="226111" x="7951788" y="4614863"/>
          <p14:tracePt t="226120" x="7961313" y="4605338"/>
          <p14:tracePt t="226130" x="7977188" y="4597400"/>
          <p14:tracePt t="226140" x="7994650" y="4589463"/>
          <p14:tracePt t="226149" x="8012113" y="4579938"/>
          <p14:tracePt t="226161" x="8012113" y="4572000"/>
          <p14:tracePt t="226169" x="8029575" y="4564063"/>
          <p14:tracePt t="226180" x="8037513" y="4554538"/>
          <p14:tracePt t="226199" x="8045450" y="4554538"/>
          <p14:tracePt t="226209" x="8054975" y="4546600"/>
          <p14:tracePt t="226218" x="8054975" y="4538663"/>
          <p14:tracePt t="226238" x="8062913" y="4538663"/>
          <p14:tracePt t="226260" x="8070850" y="4538663"/>
          <p14:tracePt t="226278" x="8070850" y="4529138"/>
          <p14:tracePt t="226299" x="8080375" y="4529138"/>
          <p14:tracePt t="226318" x="8080375" y="4521200"/>
          <p14:tracePt t="226745" x="8088313" y="4521200"/>
          <p14:tracePt t="226754" x="8088313" y="4513263"/>
          <p14:tracePt t="226765" x="8096250" y="4513263"/>
          <p14:tracePt t="226784" x="8105775" y="4513263"/>
          <p14:tracePt t="226794" x="8113713" y="4503738"/>
          <p14:tracePt t="226803" x="8121650" y="4503738"/>
          <p14:tracePt t="226815" x="8131175" y="4495800"/>
          <p14:tracePt t="226824" x="8139113" y="4495800"/>
          <p14:tracePt t="226833" x="8147050" y="4486275"/>
          <p14:tracePt t="226844" x="8156575" y="4486275"/>
          <p14:tracePt t="226865" x="8164513" y="4478338"/>
          <p14:tracePt t="226894" x="8181975" y="4470400"/>
          <p14:tracePt t="226915" x="8189913" y="4470400"/>
          <p14:tracePt t="226952" x="8199438" y="4470400"/>
          <p14:tracePt t="226983" x="8207375" y="4470400"/>
          <p14:tracePt t="227340" x="8207375" y="4460875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AA280-06A2-419D-9207-F80B3953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Statement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2F680-0777-44AE-BF39-CCDE08CA70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 show all of the column values for the rows that match the specified criteria, use an asterisk ( * ).</a:t>
            </a:r>
          </a:p>
          <a:p>
            <a:pPr>
              <a:buNone/>
            </a:pPr>
            <a:r>
              <a:rPr lang="en-US" b="1" dirty="0"/>
              <a:t>		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SELECT	  *   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		FROM 	 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tablename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 lvl="2">
              <a:buFontTx/>
              <a:buNone/>
            </a:pPr>
            <a:endParaRPr lang="en-US" sz="1800" b="1" dirty="0">
              <a:latin typeface="Courier New" pitchFamily="49" charset="0"/>
            </a:endParaRP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6C8D8-1E9F-4DCE-B449-A314497FE4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do you think will be the result of executing this query?</a:t>
            </a:r>
          </a:p>
          <a:p>
            <a:pPr>
              <a:buNone/>
            </a:pPr>
            <a:r>
              <a:rPr lang="en-US" sz="3000" b="1" dirty="0">
                <a:solidFill>
                  <a:srgbClr val="7030A0"/>
                </a:solidFill>
                <a:latin typeface="Courier New" pitchFamily="49" charset="0"/>
              </a:rPr>
              <a:t>SELECT	  *    </a:t>
            </a:r>
          </a:p>
          <a:p>
            <a:pPr>
              <a:buNone/>
            </a:pPr>
            <a:r>
              <a:rPr lang="en-US" sz="3000" b="1" dirty="0">
                <a:solidFill>
                  <a:srgbClr val="7030A0"/>
                </a:solidFill>
                <a:latin typeface="Courier New" pitchFamily="49" charset="0"/>
              </a:rPr>
              <a:t>		FROM 	  Student;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ABF279F4-BD55-449A-BF0C-730C6CA0C2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0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982"/>
    </mc:Choice>
    <mc:Fallback xmlns="">
      <p:transition spd="slow" advTm="1229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823" x="7994650" y="4503738"/>
          <p14:tracePt t="9834" x="7604125" y="4554538"/>
          <p14:tracePt t="9843" x="7137400" y="4572000"/>
          <p14:tracePt t="9853" x="6524625" y="4614863"/>
          <p14:tracePt t="9863" x="5862638" y="4614863"/>
          <p14:tracePt t="9873" x="5089525" y="4614863"/>
          <p14:tracePt t="9885" x="4256088" y="4614863"/>
          <p14:tracePt t="9893" x="3457575" y="4614863"/>
          <p14:tracePt t="9902" x="2676525" y="4665663"/>
          <p14:tracePt t="9914" x="1987550" y="4683125"/>
          <p14:tracePt t="9923" x="1401763" y="4749800"/>
          <p14:tracePt t="9933" x="900113" y="4784725"/>
          <p14:tracePt t="9942" x="636588" y="4802188"/>
          <p14:tracePt t="9953" x="458788" y="4802188"/>
          <p14:tracePt t="10359" x="688975" y="5013325"/>
          <p14:tracePt t="10369" x="1130300" y="5345113"/>
          <p14:tracePt t="10379" x="1622425" y="5684838"/>
          <p14:tracePt t="10389" x="2022475" y="5948363"/>
          <p14:tracePt t="10400" x="2420938" y="6203950"/>
          <p14:tracePt t="10408" x="2820988" y="6467475"/>
          <p14:tracePt t="10418" x="3194050" y="6721475"/>
          <p14:tracePt t="11002" x="3373438" y="6799263"/>
          <p14:tracePt t="11013" x="3348038" y="6781800"/>
          <p14:tracePt t="11022" x="3322638" y="6756400"/>
          <p14:tracePt t="11034" x="3305175" y="6738938"/>
          <p14:tracePt t="11042" x="3305175" y="6731000"/>
          <p14:tracePt t="11052" x="3287713" y="6705600"/>
          <p14:tracePt t="11063" x="3287713" y="6680200"/>
          <p14:tracePt t="11073" x="3279775" y="6654800"/>
          <p14:tracePt t="11084" x="3279775" y="6637338"/>
          <p14:tracePt t="11539" x="3254375" y="6654800"/>
          <p14:tracePt t="11549" x="3228975" y="6662738"/>
          <p14:tracePt t="11558" x="3203575" y="6680200"/>
          <p14:tracePt t="11568" x="3186113" y="6705600"/>
          <p14:tracePt t="11578" x="3168650" y="6731000"/>
          <p14:tracePt t="11588" x="3143250" y="6756400"/>
          <p14:tracePt t="11599" x="3127375" y="6781800"/>
          <p14:tracePt t="11608" x="3117850" y="6799263"/>
          <p14:tracePt t="11617" x="3100388" y="6824663"/>
          <p14:tracePt t="11628" x="3092450" y="6850063"/>
          <p14:tracePt t="12305" x="0" y="0"/>
        </p14:tracePtLst>
        <p14:tracePtLst>
          <p14:tracePt t="13944" x="3790950" y="6292850"/>
          <p14:tracePt t="15493" x="2973388" y="6432550"/>
          <p14:tracePt t="15503" x="3092450" y="6059488"/>
          <p14:tracePt t="15514" x="3219450" y="5710238"/>
          <p14:tracePt t="15523" x="3406775" y="5395913"/>
          <p14:tracePt t="15533" x="3586163" y="5081588"/>
          <p14:tracePt t="15542" x="3797300" y="4818063"/>
          <p14:tracePt t="15553" x="3992563" y="4554538"/>
          <p14:tracePt t="15563" x="4154488" y="4384675"/>
          <p14:tracePt t="15573" x="4273550" y="4257675"/>
          <p14:tracePt t="15583" x="4316413" y="4232275"/>
          <p14:tracePt t="15593" x="4341813" y="4206875"/>
          <p14:tracePt t="15602" x="4359275" y="4189413"/>
          <p14:tracePt t="15613" x="4384675" y="4181475"/>
          <p14:tracePt t="15624" x="4410075" y="4171950"/>
          <p14:tracePt t="15632" x="4425950" y="4164013"/>
          <p14:tracePt t="15642" x="4443413" y="4164013"/>
          <p14:tracePt t="15652" x="4468813" y="4164013"/>
          <p14:tracePt t="15663" x="4486275" y="4171950"/>
          <p14:tracePt t="15672" x="4503738" y="4189413"/>
          <p14:tracePt t="15682" x="4519613" y="4206875"/>
          <p14:tracePt t="15692" x="4537075" y="4224338"/>
          <p14:tracePt t="15702" x="4554538" y="4249738"/>
          <p14:tracePt t="15713" x="4570413" y="4275138"/>
          <p14:tracePt t="15722" x="4579938" y="4300538"/>
          <p14:tracePt t="15732" x="4587875" y="4325938"/>
          <p14:tracePt t="15742" x="4595813" y="4341813"/>
          <p14:tracePt t="15752" x="4595813" y="4359275"/>
          <p14:tracePt t="15763" x="4605338" y="4384675"/>
          <p14:tracePt t="15770" x="4605338" y="4394200"/>
          <p14:tracePt t="15781" x="4613275" y="4410075"/>
          <p14:tracePt t="15792" x="4621213" y="4435475"/>
          <p14:tracePt t="15812" x="4630738" y="4452938"/>
          <p14:tracePt t="15821" x="4638675" y="4460875"/>
          <p14:tracePt t="15842" x="4638675" y="4470400"/>
          <p14:tracePt t="15851" x="4638675" y="4478338"/>
          <p14:tracePt t="15871" x="4638675" y="4486275"/>
          <p14:tracePt t="15890" x="4646613" y="4486275"/>
          <p14:tracePt t="15900" x="4646613" y="4495800"/>
          <p14:tracePt t="15940" x="4646613" y="4503738"/>
          <p14:tracePt t="16009" x="4656138" y="4495800"/>
          <p14:tracePt t="16029" x="4656138" y="4486275"/>
          <p14:tracePt t="16039" x="4656138" y="4478338"/>
          <p14:tracePt t="16049" x="4656138" y="4470400"/>
          <p14:tracePt t="16068" x="4656138" y="4460875"/>
          <p14:tracePt t="16079" x="4656138" y="4445000"/>
          <p14:tracePt t="16099" x="4646613" y="4427538"/>
          <p14:tracePt t="16108" x="4646613" y="4410075"/>
          <p14:tracePt t="16118" x="4638675" y="4402138"/>
          <p14:tracePt t="16128" x="4621213" y="4376738"/>
          <p14:tracePt t="16137" x="4579938" y="4341813"/>
          <p14:tracePt t="16147" x="4503738" y="4283075"/>
          <p14:tracePt t="16158" x="4306888" y="4197350"/>
          <p14:tracePt t="16167" x="4035425" y="4146550"/>
          <p14:tracePt t="16191" x="3467100" y="4171950"/>
          <p14:tracePt t="16197" x="3236913" y="4232275"/>
          <p14:tracePt t="16208" x="3092450" y="4283075"/>
          <p14:tracePt t="16217" x="3041650" y="4308475"/>
          <p14:tracePt t="16228" x="3008313" y="4316413"/>
          <p14:tracePt t="16237" x="2973388" y="4333875"/>
          <p14:tracePt t="16246" x="2947988" y="4341813"/>
          <p14:tracePt t="16258" x="2930525" y="4351338"/>
          <p14:tracePt t="16266" x="2914650" y="4359275"/>
          <p14:tracePt t="16277" x="2897188" y="4368800"/>
          <p14:tracePt t="16287" x="2879725" y="4376738"/>
          <p14:tracePt t="16296" x="2871788" y="4394200"/>
          <p14:tracePt t="16307" x="2863850" y="4402138"/>
          <p14:tracePt t="16315" x="2854325" y="4402138"/>
          <p14:tracePt t="16327" x="2838450" y="4419600"/>
          <p14:tracePt t="16336" x="2828925" y="4427538"/>
          <p14:tracePt t="16346" x="2820988" y="4435475"/>
          <p14:tracePt t="16356" x="2811463" y="4445000"/>
          <p14:tracePt t="16365" x="2803525" y="4460875"/>
          <p14:tracePt t="16377" x="2795588" y="4470400"/>
          <p14:tracePt t="16385" x="2786063" y="4478338"/>
          <p14:tracePt t="16396" x="2778125" y="4495800"/>
          <p14:tracePt t="16406" x="2770188" y="4503738"/>
          <p14:tracePt t="16416" x="2770188" y="4521200"/>
          <p14:tracePt t="16427" x="2770188" y="4529138"/>
          <p14:tracePt t="16446" x="2760663" y="4538663"/>
          <p14:tracePt t="16455" x="2760663" y="4546600"/>
          <p14:tracePt t="16465" x="2760663" y="4554538"/>
          <p14:tracePt t="16475" x="2752725" y="4554538"/>
          <p14:tracePt t="16496" x="2752725" y="4564063"/>
          <p14:tracePt t="16514" x="2752725" y="4572000"/>
          <p14:tracePt t="16524" x="2760663" y="4572000"/>
          <p14:tracePt t="16534" x="2795588" y="4572000"/>
          <p14:tracePt t="16545" x="2930525" y="4554538"/>
          <p14:tracePt t="16555" x="3186113" y="4513263"/>
          <p14:tracePt t="16564" x="3406775" y="4478338"/>
          <p14:tracePt t="16574" x="3449638" y="4478338"/>
          <p14:tracePt t="16584" x="3482975" y="4470400"/>
          <p14:tracePt t="16595" x="3500438" y="4470400"/>
          <p14:tracePt t="16604" x="3525838" y="4470400"/>
          <p14:tracePt t="16614" x="3533775" y="4470400"/>
          <p14:tracePt t="16625" x="3543300" y="4470400"/>
          <p14:tracePt t="16633" x="3551238" y="4470400"/>
          <p14:tracePt t="16645" x="3559175" y="4470400"/>
          <p14:tracePt t="16663" x="3568700" y="4470400"/>
          <p14:tracePt t="16675" x="3576638" y="4470400"/>
          <p14:tracePt t="16683" x="3586163" y="4470400"/>
          <p14:tracePt t="16703" x="3594100" y="4470400"/>
          <p14:tracePt t="16713" x="3602038" y="4460875"/>
          <p14:tracePt t="16733" x="3619500" y="4452938"/>
          <p14:tracePt t="16744" x="3627438" y="4445000"/>
          <p14:tracePt t="16762" x="3636963" y="4435475"/>
          <p14:tracePt t="16772" x="3644900" y="4419600"/>
          <p14:tracePt t="16783" x="3662363" y="4410075"/>
          <p14:tracePt t="16791" x="3662363" y="4402138"/>
          <p14:tracePt t="16802" x="3678238" y="4384675"/>
          <p14:tracePt t="16812" x="3687763" y="4359275"/>
          <p14:tracePt t="16823" x="3703638" y="4341813"/>
          <p14:tracePt t="16832" x="3713163" y="4333875"/>
          <p14:tracePt t="16842" x="3713163" y="4325938"/>
          <p14:tracePt t="16852" x="3721100" y="4316413"/>
          <p14:tracePt t="16863" x="3721100" y="4300538"/>
          <p14:tracePt t="16874" x="3729038" y="4291013"/>
          <p14:tracePt t="16881" x="3729038" y="4283075"/>
          <p14:tracePt t="16892" x="3729038" y="4275138"/>
          <p14:tracePt t="16902" x="3729038" y="4265613"/>
          <p14:tracePt t="16922" x="3729038" y="4257675"/>
          <p14:tracePt t="16931" x="3729038" y="4249738"/>
          <p14:tracePt t="16941" x="3713163" y="4240213"/>
          <p14:tracePt t="16951" x="3703638" y="4240213"/>
          <p14:tracePt t="16971" x="3687763" y="4240213"/>
          <p14:tracePt t="16980" x="3670300" y="4240213"/>
          <p14:tracePt t="16991" x="3662363" y="4240213"/>
          <p14:tracePt t="17000" x="3644900" y="4240213"/>
          <p14:tracePt t="17020" x="3627438" y="4240213"/>
          <p14:tracePt t="17030" x="3611563" y="4249738"/>
          <p14:tracePt t="17040" x="3611563" y="4257675"/>
          <p14:tracePt t="17050" x="3602038" y="4265613"/>
          <p14:tracePt t="17061" x="3594100" y="4283075"/>
          <p14:tracePt t="17070" x="3586163" y="4300538"/>
          <p14:tracePt t="17090" x="3576638" y="4316413"/>
          <p14:tracePt t="17099" x="3576638" y="4341813"/>
          <p14:tracePt t="17110" x="3576638" y="4351338"/>
          <p14:tracePt t="17119" x="3576638" y="4368800"/>
          <p14:tracePt t="17128" x="3576638" y="4384675"/>
          <p14:tracePt t="17141" x="3586163" y="4384675"/>
          <p14:tracePt t="17149" x="3586163" y="4402138"/>
          <p14:tracePt t="17159" x="3594100" y="4402138"/>
          <p14:tracePt t="17169" x="3594100" y="4410075"/>
          <p14:tracePt t="17178" x="3602038" y="4419600"/>
          <p14:tracePt t="17189" x="3619500" y="4427538"/>
          <p14:tracePt t="17208" x="3636963" y="4427538"/>
          <p14:tracePt t="17218" x="3644900" y="4427538"/>
          <p14:tracePt t="17228" x="3662363" y="4427538"/>
          <p14:tracePt t="17238" x="3670300" y="4427538"/>
          <p14:tracePt t="17248" x="3678238" y="4427538"/>
          <p14:tracePt t="17257" x="3695700" y="4427538"/>
          <p14:tracePt t="17268" x="3703638" y="4419600"/>
          <p14:tracePt t="17278" x="3713163" y="4410075"/>
          <p14:tracePt t="17288" x="3721100" y="4402138"/>
          <p14:tracePt t="17297" x="3729038" y="4394200"/>
          <p14:tracePt t="17308" x="3738563" y="4376738"/>
          <p14:tracePt t="17328" x="3738563" y="4359275"/>
          <p14:tracePt t="17337" x="3738563" y="4351338"/>
          <p14:tracePt t="17347" x="3738563" y="4341813"/>
          <p14:tracePt t="17358" x="3738563" y="4333875"/>
          <p14:tracePt t="17367" x="3738563" y="4325938"/>
          <p14:tracePt t="17386" x="3729038" y="4316413"/>
          <p14:tracePt t="17396" x="3713163" y="4316413"/>
          <p14:tracePt t="17407" x="3695700" y="4316413"/>
          <p14:tracePt t="17416" x="3670300" y="4316413"/>
          <p14:tracePt t="17427" x="3652838" y="4325938"/>
          <p14:tracePt t="17436" x="3636963" y="4333875"/>
          <p14:tracePt t="17447" x="3619500" y="4341813"/>
          <p14:tracePt t="17466" x="3611563" y="4359275"/>
          <p14:tracePt t="17476" x="3602038" y="4368800"/>
          <p14:tracePt t="17486" x="3594100" y="4376738"/>
          <p14:tracePt t="17496" x="3594100" y="4394200"/>
          <p14:tracePt t="17516" x="3594100" y="4410075"/>
          <p14:tracePt t="17527" x="3602038" y="4419600"/>
          <p14:tracePt t="17536" x="3611563" y="4427538"/>
          <p14:tracePt t="17546" x="3611563" y="4435475"/>
          <p14:tracePt t="17557" x="3627438" y="4445000"/>
          <p14:tracePt t="17565" x="3636963" y="4445000"/>
          <p14:tracePt t="17586" x="3644900" y="4445000"/>
          <p14:tracePt t="17595" x="3652838" y="4445000"/>
          <p14:tracePt t="17615" x="3662363" y="4445000"/>
          <p14:tracePt t="17626" x="3670300" y="4445000"/>
          <p14:tracePt t="17645" x="3678238" y="4445000"/>
          <p14:tracePt t="17655" x="3678238" y="4435475"/>
          <p14:tracePt t="17694" x="3678238" y="4427538"/>
          <p14:tracePt t="17725" x="3678238" y="4419600"/>
          <p14:tracePt t="17784" x="3678238" y="4427538"/>
          <p14:tracePt t="17794" x="3678238" y="4435475"/>
          <p14:tracePt t="17804" x="3678238" y="4445000"/>
          <p14:tracePt t="17813" x="3678238" y="4452938"/>
          <p14:tracePt t="17823" x="3678238" y="4460875"/>
          <p14:tracePt t="17833" x="3678238" y="4478338"/>
          <p14:tracePt t="17844" x="3687763" y="4478338"/>
          <p14:tracePt t="17852" x="3695700" y="4486275"/>
          <p14:tracePt t="17873" x="3703638" y="4495800"/>
          <p14:tracePt t="17903" x="3713163" y="4495800"/>
          <p14:tracePt t="17925" x="3721100" y="4495800"/>
          <p14:tracePt t="17982" x="3729038" y="4495800"/>
          <p14:tracePt t="18190" x="3738563" y="4495800"/>
          <p14:tracePt t="22746" x="3814763" y="4665663"/>
          <p14:tracePt t="22758" x="3900488" y="4954588"/>
          <p14:tracePt t="22766" x="3933825" y="5276850"/>
          <p14:tracePt t="22776" x="3951288" y="5575300"/>
          <p14:tracePt t="22785" x="3967163" y="5872163"/>
          <p14:tracePt t="22796" x="3967163" y="6102350"/>
          <p14:tracePt t="22807" x="3967163" y="6305550"/>
          <p14:tracePt t="22815" x="3967163" y="6381750"/>
          <p14:tracePt t="22826" x="3967163" y="6424613"/>
          <p14:tracePt t="22835" x="3967163" y="6457950"/>
          <p14:tracePt t="22845" x="3967163" y="6475413"/>
          <p14:tracePt t="22856" x="3959225" y="6500813"/>
          <p14:tracePt t="22865" x="3951288" y="6518275"/>
          <p14:tracePt t="22875" x="3941763" y="6526213"/>
          <p14:tracePt t="22885" x="3933825" y="6535738"/>
          <p14:tracePt t="22895" x="3916363" y="6551613"/>
          <p14:tracePt t="22906" x="3908425" y="6561138"/>
          <p14:tracePt t="22914" x="3900488" y="6569075"/>
          <p14:tracePt t="22925" x="3890963" y="6569075"/>
          <p14:tracePt t="22935" x="3883025" y="6577013"/>
          <p14:tracePt t="22945" x="3873500" y="6586538"/>
          <p14:tracePt t="22956" x="3865563" y="6594475"/>
          <p14:tracePt t="22964" x="3857625" y="6594475"/>
          <p14:tracePt t="22974" x="3857625" y="6602413"/>
          <p14:tracePt t="22986" x="3848100" y="6619875"/>
          <p14:tracePt t="22994" x="3840163" y="6619875"/>
          <p14:tracePt t="23006" x="3832225" y="6637338"/>
          <p14:tracePt t="23014" x="3832225" y="6645275"/>
          <p14:tracePt t="23024" x="3832225" y="6662738"/>
          <p14:tracePt t="23035" x="3832225" y="6670675"/>
          <p14:tracePt t="23043" x="3832225" y="6680200"/>
          <p14:tracePt t="23054" x="3832225" y="6688138"/>
          <p14:tracePt t="23064" x="3832225" y="6696075"/>
          <p14:tracePt t="23086" x="3832225" y="6705600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F5AEF-2719-47D9-9538-567433F1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Lecture &amp; resources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A9D6-4E9B-4E37-B41A-81058A8B7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SQL commands</a:t>
            </a:r>
          </a:p>
          <a:p>
            <a:r>
              <a:rPr lang="en-US" dirty="0"/>
              <a:t>Various CLAUSES we can use with SELECT</a:t>
            </a:r>
          </a:p>
          <a:p>
            <a:r>
              <a:rPr lang="en-US" dirty="0"/>
              <a:t>How to extract data from more than one relation, joins</a:t>
            </a:r>
            <a:endParaRPr lang="en-GB" dirty="0"/>
          </a:p>
          <a:p>
            <a:r>
              <a:rPr lang="en-US" dirty="0">
                <a:hlinkClick r:id="rId2"/>
              </a:rPr>
              <a:t>https://www.youtube.com/watch?v=pyG9Nj2HDxI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https://www.youtube.com/watch?v=kx6m8ABU4ZE</a:t>
            </a:r>
            <a:endParaRPr lang="en-US" dirty="0"/>
          </a:p>
          <a:p>
            <a:r>
              <a:rPr lang="en-US" dirty="0">
                <a:hlinkClick r:id="rId4"/>
              </a:rPr>
              <a:t>www.w3schools.com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5469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0BB0-0728-44BB-949E-87F22E09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Practicals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A5BD0-DC39-4C45-B7E3-EC2A66319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statements to manipulate the database</a:t>
            </a:r>
          </a:p>
          <a:p>
            <a:r>
              <a:rPr lang="en-US" b="1"/>
              <a:t>Attend </a:t>
            </a:r>
            <a:r>
              <a:rPr lang="en-US" b="1" dirty="0"/>
              <a:t>practical sessions</a:t>
            </a:r>
          </a:p>
        </p:txBody>
      </p:sp>
    </p:spTree>
    <p:extLst>
      <p:ext uri="{BB962C8B-B14F-4D97-AF65-F5344CB8AC3E}">
        <p14:creationId xmlns:p14="http://schemas.microsoft.com/office/powerpoint/2010/main" val="2143947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09A5-9DFE-4663-86AD-0490DEFC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04DFE-7CBF-4476-B67C-16ED208C2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6" y="2556932"/>
            <a:ext cx="9601196" cy="3318936"/>
          </a:xfrm>
        </p:spPr>
        <p:txBody>
          <a:bodyPr/>
          <a:lstStyle/>
          <a:p>
            <a:r>
              <a:rPr lang="en-US" dirty="0"/>
              <a:t>David M. Kroenke And David J. Auer (2013) Database Concepts, 6th Edition.</a:t>
            </a:r>
          </a:p>
          <a:p>
            <a:r>
              <a:rPr lang="en-US" dirty="0"/>
              <a:t>Java Point SQL Tutorial [online] available at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https://www.javatpoint.com/sql-tutorial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921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9970</TotalTime>
  <Words>1302</Words>
  <Application>Microsoft Office PowerPoint</Application>
  <PresentationFormat>Widescreen</PresentationFormat>
  <Paragraphs>190</Paragraphs>
  <Slides>27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RopaSoftPro-Regular</vt:lpstr>
      <vt:lpstr>Tw Cen MT</vt:lpstr>
      <vt:lpstr>verdana</vt:lpstr>
      <vt:lpstr>Office 2013 - 2022 Theme</vt:lpstr>
      <vt:lpstr>PowerPoint Presentation</vt:lpstr>
      <vt:lpstr>Recap</vt:lpstr>
      <vt:lpstr>Recap – syntax </vt:lpstr>
      <vt:lpstr>Recap -syntax</vt:lpstr>
      <vt:lpstr>Recap </vt:lpstr>
      <vt:lpstr>Recap Activity</vt:lpstr>
      <vt:lpstr>Objectives </vt:lpstr>
      <vt:lpstr>Data Manipulation Language</vt:lpstr>
      <vt:lpstr>Data Manipulation Language</vt:lpstr>
      <vt:lpstr>Data Manipulation Language</vt:lpstr>
      <vt:lpstr>Data Manipulation Language</vt:lpstr>
      <vt:lpstr>Data Manipulation Language</vt:lpstr>
      <vt:lpstr>Data Manipulation Language</vt:lpstr>
      <vt:lpstr>Data Manipulation Language</vt:lpstr>
      <vt:lpstr>Data Manipulation Language</vt:lpstr>
      <vt:lpstr>Data Manipulation Language</vt:lpstr>
      <vt:lpstr>Data Manipulation Language</vt:lpstr>
      <vt:lpstr>Data Manipulation Language</vt:lpstr>
      <vt:lpstr>Data Manipulation Language</vt:lpstr>
      <vt:lpstr>Activity</vt:lpstr>
      <vt:lpstr>SELECT</vt:lpstr>
      <vt:lpstr>SELECT</vt:lpstr>
      <vt:lpstr>SELECT …WHERE</vt:lpstr>
      <vt:lpstr>SELECT Statement</vt:lpstr>
      <vt:lpstr>Next Lecture &amp; resources </vt:lpstr>
      <vt:lpstr>Practicals 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Language</dc:title>
  <dc:creator>Chikohora, Teressa (INT)</dc:creator>
  <cp:lastModifiedBy>Chivuno-Kuria, Shilumbe</cp:lastModifiedBy>
  <cp:revision>30</cp:revision>
  <dcterms:created xsi:type="dcterms:W3CDTF">2021-05-10T05:41:00Z</dcterms:created>
  <dcterms:modified xsi:type="dcterms:W3CDTF">2025-04-13T17:18:53Z</dcterms:modified>
</cp:coreProperties>
</file>